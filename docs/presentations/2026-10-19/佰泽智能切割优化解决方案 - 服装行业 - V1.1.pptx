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2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2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3"/>
    <p:sldId id="11090978" r:id="rId4"/>
    <p:sldId id="11090879" r:id="rId5"/>
    <p:sldId id="11090880" r:id="rId6"/>
    <p:sldId id="11090882" r:id="rId7"/>
    <p:sldId id="11090985" r:id="rId8"/>
    <p:sldId id="11090987" r:id="rId9"/>
    <p:sldId id="11090979" r:id="rId10"/>
    <p:sldId id="11091002" r:id="rId28"/>
    <p:sldId id="11090881" r:id="rId11"/>
    <p:sldId id="11090990" r:id="rId12"/>
    <p:sldId id="11090991" r:id="rId13"/>
    <p:sldId id="11090992" r:id="rId14"/>
    <p:sldId id="11090996" r:id="rId15"/>
    <p:sldId id="11090993" r:id="rId16"/>
    <p:sldId id="11090997" r:id="rId17"/>
    <p:sldId id="11090994" r:id="rId18"/>
    <p:sldId id="11090998" r:id="rId19"/>
    <p:sldId id="11091001" r:id="rId20"/>
    <p:sldId id="277" r:id="rId21"/>
  </p:sldIdLst>
  <p:sldSz cx="12192000" cy="6858000"/>
  <p:notesSz cx="6858000" cy="9144000"/>
  <p:custDataLst>
    <p:tags r:id="rId2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09" userDrawn="1">
          <p15:clr>
            <a:srgbClr val="A4A3A4"/>
          </p15:clr>
        </p15:guide>
        <p15:guide id="2" pos="7275" userDrawn="1">
          <p15:clr>
            <a:srgbClr val="A4A3A4"/>
          </p15:clr>
        </p15:guide>
        <p15:guide id="3" orient="horz" pos="610" userDrawn="1">
          <p15:clr>
            <a:srgbClr val="A4A3A4"/>
          </p15:clr>
        </p15:guide>
        <p15:guide id="4" orient="horz" pos="796" userDrawn="1">
          <p15:clr>
            <a:srgbClr val="A4A3A4"/>
          </p15:clr>
        </p15:guide>
        <p15:guide id="6" orient="horz" pos="394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常磊" initials="authorId_356515404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4F9FF"/>
    <a:srgbClr val="ECF4FF"/>
    <a:srgbClr val="C5DEFF"/>
    <a:srgbClr val="E1EE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0E7455C-0A36-4423-9E92-93A872DF458A}" styleName="三线式标题行镶边行表格样式_1 2 2">
    <a:wholeTbl>
      <a:tcTxStyle>
        <a:fontRef idx="none">
          <a:srgbClr val="08090C"/>
        </a:fontRef>
      </a:tcTxStyle>
      <a:tcStyle>
        <a:tcBdr/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F2F2F2"/>
          </a:solidFill>
        </a:fill>
      </a:tcStyle>
    </a:band2H>
    <a:band1V>
      <a:tcTxStyle/>
      <a:tcStyle>
        <a:tcBdr/>
        <a:fill>
          <a:solidFill>
            <a:srgbClr val="F2F2F2"/>
          </a:solidFill>
        </a:fill>
      </a:tcStyle>
    </a:band1V>
    <a:lastCol>
      <a:tcTxStyle b="on">
        <a:fontRef idx="none">
          <a:schemeClr val="dk1"/>
        </a:fontRef>
      </a:tcTxStyle>
      <a:tcStyle>
        <a:tcBdr/>
        <a:fill>
          <a:solidFill>
            <a:schemeClr val="bg1">
              <a:lumMod val="90002"/>
            </a:schemeClr>
          </a:solidFill>
        </a:fill>
      </a:tcStyle>
    </a:lastCol>
    <a:firstCol>
      <a:tcTxStyle b="on">
        <a:fontRef idx="none">
          <a:schemeClr val="dk1"/>
        </a:fontRef>
      </a:tcTxStyle>
      <a:tcStyle>
        <a:tcBdr/>
        <a:fill>
          <a:solidFill>
            <a:schemeClr val="bg1">
              <a:lumMod val="90002"/>
            </a:schemeClr>
          </a:solidFill>
        </a:fill>
      </a:tcStyle>
    </a:firstCol>
    <a:lastRow>
      <a:tcTxStyle b="on">
        <a:fontRef idx="none">
          <a:schemeClr val="dk1"/>
        </a:fontRef>
      </a:tcTxStyle>
      <a:tcStyle>
        <a:tcBdr/>
        <a:fill>
          <a:solidFill>
            <a:schemeClr val="dk1">
              <a:lumMod val="20000"/>
              <a:lumOff val="80000"/>
            </a:schemeClr>
          </a:solidFill>
        </a:fill>
      </a:tcStyle>
    </a:lastRow>
    <a:firstRow>
      <a:tcTxStyle b="on">
        <a:fontRef idx="none">
          <a:schemeClr val="dk1"/>
        </a:fontRef>
      </a:tcTxStyle>
      <a:tcStyle>
        <a:tcBdr/>
        <a:fill>
          <a:solidFill>
            <a:schemeClr val="dk1">
              <a:lumMod val="20000"/>
              <a:lumOff val="8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221" autoAdjust="0"/>
    <p:restoredTop sz="95638" autoAdjust="0"/>
  </p:normalViewPr>
  <p:slideViewPr>
    <p:cSldViewPr snapToGrid="0" showGuides="1">
      <p:cViewPr varScale="1">
        <p:scale>
          <a:sx n="93" d="100"/>
          <a:sy n="93" d="100"/>
        </p:scale>
        <p:origin x="79" y="195"/>
      </p:cViewPr>
      <p:guideLst>
        <p:guide pos="409"/>
        <p:guide pos="7275"/>
        <p:guide orient="horz" pos="610"/>
        <p:guide orient="horz" pos="796"/>
        <p:guide orient="horz" pos="394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gs" Target="tags/tag93.xml"/><Relationship Id="rId26" Type="http://schemas.openxmlformats.org/officeDocument/2006/relationships/commentAuthors" Target="commentAuthors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597545-632A-416C-9D2E-5570CD44E56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E92D76-3D78-4E92-8ED9-65E62E57184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 matchingName="Title Slid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138bb16-bdfa-49bc-9800-70cf3d067ba0"/>
          <p:cNvSpPr>
            <a:spLocks noGrp="1"/>
          </p:cNvSpPr>
          <p:nvPr>
            <p:ph type="ctrTitle" hasCustomPrompt="1"/>
          </p:nvPr>
        </p:nvSpPr>
        <p:spPr>
          <a:xfrm>
            <a:off x="660399" y="1089025"/>
            <a:ext cx="6524171" cy="2339975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48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9" name="副标题 8"/>
          <p:cNvSpPr>
            <a:spLocks noGrp="1"/>
          </p:cNvSpPr>
          <p:nvPr>
            <p:ph type="subTitle" sz="quarter" idx="1" hasCustomPrompt="1"/>
          </p:nvPr>
        </p:nvSpPr>
        <p:spPr>
          <a:xfrm>
            <a:off x="660401" y="3565117"/>
            <a:ext cx="4027714" cy="64623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9000">
                <a:schemeClr val="accent1"/>
              </a:gs>
            </a:gsLst>
            <a:lin ang="2700000" scaled="1"/>
            <a:tileRect/>
          </a:gradFill>
          <a:ln w="25400">
            <a:noFill/>
          </a:ln>
          <a:effectLst/>
        </p:spPr>
        <p:txBody>
          <a:bodyPr vert="horz" wrap="square" lIns="91440" tIns="45720" rIns="91440" bIns="45720" rtlCol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lang="en-US" sz="20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zh-CN" altLang="en-US" dirty="0"/>
              <a:t>Click to add subtitle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5534673"/>
            <a:ext cx="5168900" cy="345518"/>
          </a:xfrm>
          <a:prstGeom prst="rect">
            <a:avLst/>
          </a:prstGeom>
        </p:spPr>
        <p:txBody>
          <a:bodyPr wrap="square" lIns="90000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Presenter name</a:t>
            </a:r>
            <a:endParaRPr 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5189155"/>
            <a:ext cx="5168900" cy="345518"/>
          </a:xfrm>
          <a:prstGeom prst="rect">
            <a:avLst/>
          </a:prstGeom>
        </p:spPr>
        <p:txBody>
          <a:bodyPr wrap="non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www.islide.cc</a:t>
            </a:r>
            <a:endParaRPr lang="en-US" dirty="0"/>
          </a:p>
        </p:txBody>
      </p:sp>
      <p:sp>
        <p:nvSpPr>
          <p:cNvPr id="6" name="任意多边形: 形状 9"/>
          <p:cNvSpPr/>
          <p:nvPr userDrawn="1"/>
        </p:nvSpPr>
        <p:spPr>
          <a:xfrm>
            <a:off x="714632" y="569386"/>
            <a:ext cx="175260" cy="175260"/>
          </a:xfrm>
          <a:custGeom>
            <a:avLst/>
            <a:gdLst>
              <a:gd name="connsiteX0" fmla="*/ 178445 w 175260"/>
              <a:gd name="connsiteY0" fmla="*/ 89223 h 175260"/>
              <a:gd name="connsiteX1" fmla="*/ 89223 w 175260"/>
              <a:gd name="connsiteY1" fmla="*/ 178445 h 175260"/>
              <a:gd name="connsiteX2" fmla="*/ 0 w 175260"/>
              <a:gd name="connsiteY2" fmla="*/ 89223 h 175260"/>
              <a:gd name="connsiteX3" fmla="*/ 89223 w 175260"/>
              <a:gd name="connsiteY3" fmla="*/ 0 h 175260"/>
              <a:gd name="connsiteX4" fmla="*/ 178445 w 175260"/>
              <a:gd name="connsiteY4" fmla="*/ 89223 h 17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260" h="175260">
                <a:moveTo>
                  <a:pt x="178445" y="89223"/>
                </a:moveTo>
                <a:cubicBezTo>
                  <a:pt x="178445" y="138499"/>
                  <a:pt x="138499" y="178445"/>
                  <a:pt x="89223" y="178445"/>
                </a:cubicBezTo>
                <a:cubicBezTo>
                  <a:pt x="39946" y="178445"/>
                  <a:pt x="0" y="138499"/>
                  <a:pt x="0" y="89223"/>
                </a:cubicBezTo>
                <a:cubicBezTo>
                  <a:pt x="0" y="39946"/>
                  <a:pt x="39946" y="0"/>
                  <a:pt x="89223" y="0"/>
                </a:cubicBezTo>
                <a:cubicBezTo>
                  <a:pt x="138499" y="0"/>
                  <a:pt x="178445" y="39946"/>
                  <a:pt x="178445" y="89223"/>
                </a:cubicBezTo>
                <a:close/>
              </a:path>
            </a:pathLst>
          </a:custGeom>
          <a:solidFill>
            <a:schemeClr val="accent2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微软雅黑" panose="020B0503020204020204" pitchFamily="34" charset="-122"/>
            </a:endParaRPr>
          </a:p>
        </p:txBody>
      </p:sp>
      <p:sp>
        <p:nvSpPr>
          <p:cNvPr id="8" name="任意多边形: 形状 10"/>
          <p:cNvSpPr/>
          <p:nvPr userDrawn="1"/>
        </p:nvSpPr>
        <p:spPr>
          <a:xfrm>
            <a:off x="546100" y="430588"/>
            <a:ext cx="251460" cy="251460"/>
          </a:xfrm>
          <a:custGeom>
            <a:avLst/>
            <a:gdLst>
              <a:gd name="connsiteX0" fmla="*/ 257754 w 251460"/>
              <a:gd name="connsiteY0" fmla="*/ 128877 h 251460"/>
              <a:gd name="connsiteX1" fmla="*/ 128877 w 251460"/>
              <a:gd name="connsiteY1" fmla="*/ 257754 h 251460"/>
              <a:gd name="connsiteX2" fmla="*/ 0 w 251460"/>
              <a:gd name="connsiteY2" fmla="*/ 128877 h 251460"/>
              <a:gd name="connsiteX3" fmla="*/ 128877 w 251460"/>
              <a:gd name="connsiteY3" fmla="*/ 0 h 251460"/>
              <a:gd name="connsiteX4" fmla="*/ 257754 w 251460"/>
              <a:gd name="connsiteY4" fmla="*/ 128877 h 251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1460" h="251460">
                <a:moveTo>
                  <a:pt x="257754" y="128877"/>
                </a:moveTo>
                <a:cubicBezTo>
                  <a:pt x="257754" y="200054"/>
                  <a:pt x="200054" y="257754"/>
                  <a:pt x="128877" y="257754"/>
                </a:cubicBezTo>
                <a:cubicBezTo>
                  <a:pt x="57700" y="257754"/>
                  <a:pt x="0" y="200054"/>
                  <a:pt x="0" y="128877"/>
                </a:cubicBezTo>
                <a:cubicBezTo>
                  <a:pt x="0" y="57700"/>
                  <a:pt x="57700" y="0"/>
                  <a:pt x="128877" y="0"/>
                </a:cubicBezTo>
                <a:cubicBezTo>
                  <a:pt x="200054" y="0"/>
                  <a:pt x="257754" y="57700"/>
                  <a:pt x="257754" y="128877"/>
                </a:cubicBezTo>
                <a:close/>
              </a:path>
            </a:pathLst>
          </a:custGeom>
          <a:solidFill>
            <a:srgbClr val="005FE1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37" t="13069" r="2492" b="2955"/>
          <a:stretch>
            <a:fillRect/>
          </a:stretch>
        </p:blipFill>
        <p:spPr>
          <a:xfrm>
            <a:off x="-17463" y="-10160"/>
            <a:ext cx="12226925" cy="6877685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-24428" y="0"/>
            <a:ext cx="12226925" cy="6877685"/>
          </a:xfrm>
          <a:prstGeom prst="rect">
            <a:avLst/>
          </a:prstGeom>
          <a:gradFill>
            <a:gsLst>
              <a:gs pos="0">
                <a:srgbClr val="003EA5"/>
              </a:gs>
              <a:gs pos="54000">
                <a:srgbClr val="0052CC">
                  <a:alpha val="12488"/>
                </a:srgbClr>
              </a:gs>
              <a:gs pos="100000">
                <a:srgbClr val="0964E3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6092" y="-90152"/>
            <a:ext cx="10858500" cy="9001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任意多边形: 形状 9"/>
          <p:cNvSpPr/>
          <p:nvPr userDrawn="1"/>
        </p:nvSpPr>
        <p:spPr>
          <a:xfrm>
            <a:off x="714632" y="569386"/>
            <a:ext cx="175260" cy="175260"/>
          </a:xfrm>
          <a:custGeom>
            <a:avLst/>
            <a:gdLst>
              <a:gd name="connsiteX0" fmla="*/ 178445 w 175260"/>
              <a:gd name="connsiteY0" fmla="*/ 89223 h 175260"/>
              <a:gd name="connsiteX1" fmla="*/ 89223 w 175260"/>
              <a:gd name="connsiteY1" fmla="*/ 178445 h 175260"/>
              <a:gd name="connsiteX2" fmla="*/ 0 w 175260"/>
              <a:gd name="connsiteY2" fmla="*/ 89223 h 175260"/>
              <a:gd name="connsiteX3" fmla="*/ 89223 w 175260"/>
              <a:gd name="connsiteY3" fmla="*/ 0 h 175260"/>
              <a:gd name="connsiteX4" fmla="*/ 178445 w 175260"/>
              <a:gd name="connsiteY4" fmla="*/ 89223 h 17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260" h="175260">
                <a:moveTo>
                  <a:pt x="178445" y="89223"/>
                </a:moveTo>
                <a:cubicBezTo>
                  <a:pt x="178445" y="138499"/>
                  <a:pt x="138499" y="178445"/>
                  <a:pt x="89223" y="178445"/>
                </a:cubicBezTo>
                <a:cubicBezTo>
                  <a:pt x="39946" y="178445"/>
                  <a:pt x="0" y="138499"/>
                  <a:pt x="0" y="89223"/>
                </a:cubicBezTo>
                <a:cubicBezTo>
                  <a:pt x="0" y="39946"/>
                  <a:pt x="39946" y="0"/>
                  <a:pt x="89223" y="0"/>
                </a:cubicBezTo>
                <a:cubicBezTo>
                  <a:pt x="138499" y="0"/>
                  <a:pt x="178445" y="39946"/>
                  <a:pt x="178445" y="89223"/>
                </a:cubicBezTo>
                <a:close/>
              </a:path>
            </a:pathLst>
          </a:custGeom>
          <a:solidFill>
            <a:schemeClr val="accent2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微软雅黑" panose="020B0503020204020204" pitchFamily="34" charset="-122"/>
            </a:endParaRPr>
          </a:p>
        </p:txBody>
      </p:sp>
      <p:sp>
        <p:nvSpPr>
          <p:cNvPr id="8" name="任意多边形: 形状 10"/>
          <p:cNvSpPr/>
          <p:nvPr userDrawn="1"/>
        </p:nvSpPr>
        <p:spPr>
          <a:xfrm>
            <a:off x="546100" y="430588"/>
            <a:ext cx="251460" cy="251460"/>
          </a:xfrm>
          <a:custGeom>
            <a:avLst/>
            <a:gdLst>
              <a:gd name="connsiteX0" fmla="*/ 257754 w 251460"/>
              <a:gd name="connsiteY0" fmla="*/ 128877 h 251460"/>
              <a:gd name="connsiteX1" fmla="*/ 128877 w 251460"/>
              <a:gd name="connsiteY1" fmla="*/ 257754 h 251460"/>
              <a:gd name="connsiteX2" fmla="*/ 0 w 251460"/>
              <a:gd name="connsiteY2" fmla="*/ 128877 h 251460"/>
              <a:gd name="connsiteX3" fmla="*/ 128877 w 251460"/>
              <a:gd name="connsiteY3" fmla="*/ 0 h 251460"/>
              <a:gd name="connsiteX4" fmla="*/ 257754 w 251460"/>
              <a:gd name="connsiteY4" fmla="*/ 128877 h 251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1460" h="251460">
                <a:moveTo>
                  <a:pt x="257754" y="128877"/>
                </a:moveTo>
                <a:cubicBezTo>
                  <a:pt x="257754" y="200054"/>
                  <a:pt x="200054" y="257754"/>
                  <a:pt x="128877" y="257754"/>
                </a:cubicBezTo>
                <a:cubicBezTo>
                  <a:pt x="57700" y="257754"/>
                  <a:pt x="0" y="200054"/>
                  <a:pt x="0" y="128877"/>
                </a:cubicBezTo>
                <a:cubicBezTo>
                  <a:pt x="0" y="57700"/>
                  <a:pt x="57700" y="0"/>
                  <a:pt x="128877" y="0"/>
                </a:cubicBezTo>
                <a:cubicBezTo>
                  <a:pt x="200054" y="0"/>
                  <a:pt x="257754" y="57700"/>
                  <a:pt x="257754" y="128877"/>
                </a:cubicBezTo>
                <a:close/>
              </a:path>
            </a:pathLst>
          </a:custGeom>
          <a:solidFill>
            <a:srgbClr val="005FE1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matchingName="Agenda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0" y="1"/>
            <a:ext cx="12192000" cy="6857999"/>
            <a:chOff x="0" y="1"/>
            <a:chExt cx="12192000" cy="6857999"/>
          </a:xfrm>
        </p:grpSpPr>
        <p:sp>
          <p:nvSpPr>
            <p:cNvPr id="11" name="任意多边形: 形状 10"/>
            <p:cNvSpPr/>
            <p:nvPr/>
          </p:nvSpPr>
          <p:spPr>
            <a:xfrm>
              <a:off x="9796262" y="5794934"/>
              <a:ext cx="2395738" cy="1063066"/>
            </a:xfrm>
            <a:custGeom>
              <a:avLst/>
              <a:gdLst>
                <a:gd name="connsiteX0" fmla="*/ 1722638 w 2395738"/>
                <a:gd name="connsiteY0" fmla="*/ 0 h 1063066"/>
                <a:gd name="connsiteX1" fmla="*/ 2296579 w 2395738"/>
                <a:gd name="connsiteY1" fmla="*/ 86772 h 1063066"/>
                <a:gd name="connsiteX2" fmla="*/ 2395738 w 2395738"/>
                <a:gd name="connsiteY2" fmla="*/ 123065 h 1063066"/>
                <a:gd name="connsiteX3" fmla="*/ 2395738 w 2395738"/>
                <a:gd name="connsiteY3" fmla="*/ 307866 h 1063066"/>
                <a:gd name="connsiteX4" fmla="*/ 2244925 w 2395738"/>
                <a:gd name="connsiteY4" fmla="*/ 252668 h 1063066"/>
                <a:gd name="connsiteX5" fmla="*/ 1722638 w 2395738"/>
                <a:gd name="connsiteY5" fmla="*/ 173705 h 1063066"/>
                <a:gd name="connsiteX6" fmla="*/ 266240 w 2395738"/>
                <a:gd name="connsiteY6" fmla="*/ 948066 h 1063066"/>
                <a:gd name="connsiteX7" fmla="*/ 196375 w 2395738"/>
                <a:gd name="connsiteY7" fmla="*/ 1063066 h 1063066"/>
                <a:gd name="connsiteX8" fmla="*/ 0 w 2395738"/>
                <a:gd name="connsiteY8" fmla="*/ 1063066 h 1063066"/>
                <a:gd name="connsiteX9" fmla="*/ 25525 w 2395738"/>
                <a:gd name="connsiteY9" fmla="*/ 1010080 h 1063066"/>
                <a:gd name="connsiteX10" fmla="*/ 1722638 w 2395738"/>
                <a:gd name="connsiteY10" fmla="*/ 0 h 1063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95738" h="1063066">
                  <a:moveTo>
                    <a:pt x="1722638" y="0"/>
                  </a:moveTo>
                  <a:cubicBezTo>
                    <a:pt x="1922502" y="0"/>
                    <a:pt x="2115271" y="30379"/>
                    <a:pt x="2296579" y="86772"/>
                  </a:cubicBezTo>
                  <a:lnTo>
                    <a:pt x="2395738" y="123065"/>
                  </a:lnTo>
                  <a:lnTo>
                    <a:pt x="2395738" y="307866"/>
                  </a:lnTo>
                  <a:lnTo>
                    <a:pt x="2244925" y="252668"/>
                  </a:lnTo>
                  <a:cubicBezTo>
                    <a:pt x="2079935" y="201350"/>
                    <a:pt x="1904515" y="173705"/>
                    <a:pt x="1722638" y="173705"/>
                  </a:cubicBezTo>
                  <a:cubicBezTo>
                    <a:pt x="1116382" y="173705"/>
                    <a:pt x="581870" y="480872"/>
                    <a:pt x="266240" y="948066"/>
                  </a:cubicBezTo>
                  <a:lnTo>
                    <a:pt x="196375" y="1063066"/>
                  </a:lnTo>
                  <a:lnTo>
                    <a:pt x="0" y="1063066"/>
                  </a:lnTo>
                  <a:lnTo>
                    <a:pt x="25525" y="1010080"/>
                  </a:lnTo>
                  <a:cubicBezTo>
                    <a:pt x="352360" y="408431"/>
                    <a:pt x="989802" y="0"/>
                    <a:pt x="1722638" y="0"/>
                  </a:cubicBezTo>
                  <a:close/>
                </a:path>
              </a:pathLst>
            </a:cu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3" name="任意多边形: 形状 22"/>
            <p:cNvSpPr/>
            <p:nvPr/>
          </p:nvSpPr>
          <p:spPr>
            <a:xfrm>
              <a:off x="0" y="531049"/>
              <a:ext cx="5172248" cy="6101148"/>
            </a:xfrm>
            <a:custGeom>
              <a:avLst/>
              <a:gdLst>
                <a:gd name="connsiteX0" fmla="*/ 1995878 w 5172248"/>
                <a:gd name="connsiteY0" fmla="*/ 0 h 6101148"/>
                <a:gd name="connsiteX1" fmla="*/ 5172248 w 5172248"/>
                <a:gd name="connsiteY1" fmla="*/ 3050574 h 6101148"/>
                <a:gd name="connsiteX2" fmla="*/ 1995878 w 5172248"/>
                <a:gd name="connsiteY2" fmla="*/ 6101148 h 6101148"/>
                <a:gd name="connsiteX3" fmla="*/ 219939 w 5172248"/>
                <a:gd name="connsiteY3" fmla="*/ 5580158 h 6101148"/>
                <a:gd name="connsiteX4" fmla="*/ 0 w 5172248"/>
                <a:gd name="connsiteY4" fmla="*/ 5422204 h 6101148"/>
                <a:gd name="connsiteX5" fmla="*/ 0 w 5172248"/>
                <a:gd name="connsiteY5" fmla="*/ 678944 h 6101148"/>
                <a:gd name="connsiteX6" fmla="*/ 219939 w 5172248"/>
                <a:gd name="connsiteY6" fmla="*/ 520990 h 6101148"/>
                <a:gd name="connsiteX7" fmla="*/ 1995878 w 5172248"/>
                <a:gd name="connsiteY7" fmla="*/ 0 h 6101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72248" h="6101148">
                  <a:moveTo>
                    <a:pt x="1995878" y="0"/>
                  </a:moveTo>
                  <a:cubicBezTo>
                    <a:pt x="3750139" y="0"/>
                    <a:pt x="5172248" y="1365789"/>
                    <a:pt x="5172248" y="3050574"/>
                  </a:cubicBezTo>
                  <a:cubicBezTo>
                    <a:pt x="5172248" y="4735359"/>
                    <a:pt x="3750139" y="6101148"/>
                    <a:pt x="1995878" y="6101148"/>
                  </a:cubicBezTo>
                  <a:cubicBezTo>
                    <a:pt x="1338030" y="6101148"/>
                    <a:pt x="726891" y="5909084"/>
                    <a:pt x="219939" y="5580158"/>
                  </a:cubicBezTo>
                  <a:lnTo>
                    <a:pt x="0" y="5422204"/>
                  </a:lnTo>
                  <a:lnTo>
                    <a:pt x="0" y="678944"/>
                  </a:lnTo>
                  <a:lnTo>
                    <a:pt x="219939" y="520990"/>
                  </a:lnTo>
                  <a:cubicBezTo>
                    <a:pt x="726891" y="192064"/>
                    <a:pt x="1338030" y="0"/>
                    <a:pt x="1995878" y="0"/>
                  </a:cubicBezTo>
                  <a:close/>
                </a:path>
              </a:pathLst>
            </a:cu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10132710" y="531049"/>
              <a:ext cx="1068688" cy="1068688"/>
            </a:xfrm>
            <a:prstGeom prst="ellipse">
              <a:avLst/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11221322" y="5497356"/>
              <a:ext cx="595156" cy="595156"/>
            </a:xfrm>
            <a:prstGeom prst="ellipse">
              <a:avLst/>
            </a:prstGeom>
            <a:solidFill>
              <a:schemeClr val="accent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任意多边形: 形状 15"/>
            <p:cNvSpPr/>
            <p:nvPr/>
          </p:nvSpPr>
          <p:spPr>
            <a:xfrm>
              <a:off x="0" y="1"/>
              <a:ext cx="1947314" cy="1923835"/>
            </a:xfrm>
            <a:custGeom>
              <a:avLst/>
              <a:gdLst>
                <a:gd name="connsiteX0" fmla="*/ 1610596 w 1947314"/>
                <a:gd name="connsiteY0" fmla="*/ 0 h 1923835"/>
                <a:gd name="connsiteX1" fmla="*/ 1947314 w 1947314"/>
                <a:gd name="connsiteY1" fmla="*/ 0 h 1923835"/>
                <a:gd name="connsiteX2" fmla="*/ 1937664 w 1947314"/>
                <a:gd name="connsiteY2" fmla="*/ 191112 h 1923835"/>
                <a:gd name="connsiteX3" fmla="*/ 17567 w 1947314"/>
                <a:gd name="connsiteY3" fmla="*/ 1923835 h 1923835"/>
                <a:gd name="connsiteX4" fmla="*/ 0 w 1947314"/>
                <a:gd name="connsiteY4" fmla="*/ 1922948 h 1923835"/>
                <a:gd name="connsiteX5" fmla="*/ 0 w 1947314"/>
                <a:gd name="connsiteY5" fmla="*/ 1586230 h 1923835"/>
                <a:gd name="connsiteX6" fmla="*/ 17567 w 1947314"/>
                <a:gd name="connsiteY6" fmla="*/ 1587117 h 1923835"/>
                <a:gd name="connsiteX7" fmla="*/ 1602684 w 1947314"/>
                <a:gd name="connsiteY7" fmla="*/ 156684 h 1923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47314" h="1923835">
                  <a:moveTo>
                    <a:pt x="1610596" y="0"/>
                  </a:moveTo>
                  <a:lnTo>
                    <a:pt x="1947314" y="0"/>
                  </a:lnTo>
                  <a:lnTo>
                    <a:pt x="1937664" y="191112"/>
                  </a:lnTo>
                  <a:cubicBezTo>
                    <a:pt x="1838825" y="1164356"/>
                    <a:pt x="1016889" y="1923835"/>
                    <a:pt x="17567" y="1923835"/>
                  </a:cubicBezTo>
                  <a:lnTo>
                    <a:pt x="0" y="1922948"/>
                  </a:lnTo>
                  <a:lnTo>
                    <a:pt x="0" y="1586230"/>
                  </a:lnTo>
                  <a:lnTo>
                    <a:pt x="17567" y="1587117"/>
                  </a:lnTo>
                  <a:cubicBezTo>
                    <a:pt x="842548" y="1587117"/>
                    <a:pt x="1521089" y="960137"/>
                    <a:pt x="1602684" y="156684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fc36129a-1320-4ffa-95d8-089f818003e2"/>
          <p:cNvSpPr>
            <a:spLocks noGrp="1"/>
          </p:cNvSpPr>
          <p:nvPr>
            <p:ph type="title" hasCustomPrompt="1"/>
          </p:nvPr>
        </p:nvSpPr>
        <p:spPr>
          <a:xfrm>
            <a:off x="800100" y="1605286"/>
            <a:ext cx="1922161" cy="864515"/>
          </a:xfrm>
          <a:prstGeom prst="rect">
            <a:avLst/>
          </a:prstGeom>
          <a:noFill/>
        </p:spPr>
        <p:txBody>
          <a:bodyPr anchor="t" anchorCtr="0">
            <a:normAutofit/>
          </a:bodyPr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Agenda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2970377" y="1605286"/>
            <a:ext cx="8231021" cy="4071936"/>
          </a:xfrm>
        </p:spPr>
        <p:txBody>
          <a:bodyPr numCol="1"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zh-CN" altLang="en-US" dirty="0"/>
              <a:t>Click to add text</a:t>
            </a:r>
            <a:endParaRPr lang="en-US" dirty="0"/>
          </a:p>
          <a:p>
            <a:pPr lvl="1"/>
            <a:r>
              <a:rPr lang="zh-CN" altLang="en-US" dirty="0"/>
              <a:t>Second level</a:t>
            </a:r>
            <a:endParaRPr lang="en-US" dirty="0"/>
          </a:p>
          <a:p>
            <a:pPr lvl="2"/>
            <a:r>
              <a:rPr lang="zh-CN" altLang="en-US" dirty="0"/>
              <a:t>Third level</a:t>
            </a:r>
            <a:endParaRPr lang="en-US" dirty="0"/>
          </a:p>
          <a:p>
            <a:pPr lvl="3"/>
            <a:r>
              <a:rPr lang="zh-CN" altLang="en-US" dirty="0"/>
              <a:t>Fourth level</a:t>
            </a:r>
            <a:endParaRPr lang="en-US" dirty="0"/>
          </a:p>
          <a:p>
            <a:pPr lvl="4"/>
            <a:r>
              <a:rPr lang="zh-CN" altLang="en-US" dirty="0"/>
              <a:t>Fifth level</a:t>
            </a:r>
            <a:endParaRPr lang="en-US" dirty="0"/>
          </a:p>
        </p:txBody>
      </p:sp>
      <p:cxnSp>
        <p:nvCxnSpPr>
          <p:cNvPr id="10" name="直接连接符 9"/>
          <p:cNvCxnSpPr/>
          <p:nvPr/>
        </p:nvCxnSpPr>
        <p:spPr>
          <a:xfrm>
            <a:off x="2846319" y="1605285"/>
            <a:ext cx="0" cy="4071937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accent1">
                <a:alpha val="3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任意多边形: 形状 12"/>
          <p:cNvSpPr>
            <a:spLocks noChangeAspect="1"/>
          </p:cNvSpPr>
          <p:nvPr/>
        </p:nvSpPr>
        <p:spPr bwMode="auto">
          <a:xfrm>
            <a:off x="1851756" y="4761555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accent1">
              <a:alpha val="1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 matchingName="Section Header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138bb16-bdfa-49bc-9800-70cf3d067ba0"/>
          <p:cNvSpPr>
            <a:spLocks noGrp="1"/>
          </p:cNvSpPr>
          <p:nvPr>
            <p:ph type="title" hasCustomPrompt="1"/>
          </p:nvPr>
        </p:nvSpPr>
        <p:spPr>
          <a:xfrm>
            <a:off x="6184900" y="1494993"/>
            <a:ext cx="5334000" cy="1256906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lnSpc>
                <a:spcPct val="100000"/>
              </a:lnSpc>
              <a:defRPr sz="3200"/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1" hasCustomPrompt="1"/>
          </p:nvPr>
        </p:nvSpPr>
        <p:spPr>
          <a:xfrm>
            <a:off x="6184900" y="2836730"/>
            <a:ext cx="5334000" cy="236457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20000"/>
              </a:lnSpc>
              <a:buFont typeface="+mj-lt"/>
              <a:buNone/>
              <a:defRPr sz="20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zh-CN" altLang="en-US" dirty="0"/>
              <a:t>Click to add text</a:t>
            </a:r>
            <a:endParaRPr lang="en-US" dirty="0"/>
          </a:p>
        </p:txBody>
      </p:sp>
      <p:sp>
        <p:nvSpPr>
          <p:cNvPr id="3" name="任意多边形: 形状 9"/>
          <p:cNvSpPr/>
          <p:nvPr userDrawn="1"/>
        </p:nvSpPr>
        <p:spPr>
          <a:xfrm>
            <a:off x="714632" y="569386"/>
            <a:ext cx="175260" cy="175260"/>
          </a:xfrm>
          <a:custGeom>
            <a:avLst/>
            <a:gdLst>
              <a:gd name="connsiteX0" fmla="*/ 178445 w 175260"/>
              <a:gd name="connsiteY0" fmla="*/ 89223 h 175260"/>
              <a:gd name="connsiteX1" fmla="*/ 89223 w 175260"/>
              <a:gd name="connsiteY1" fmla="*/ 178445 h 175260"/>
              <a:gd name="connsiteX2" fmla="*/ 0 w 175260"/>
              <a:gd name="connsiteY2" fmla="*/ 89223 h 175260"/>
              <a:gd name="connsiteX3" fmla="*/ 89223 w 175260"/>
              <a:gd name="connsiteY3" fmla="*/ 0 h 175260"/>
              <a:gd name="connsiteX4" fmla="*/ 178445 w 175260"/>
              <a:gd name="connsiteY4" fmla="*/ 89223 h 17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260" h="175260">
                <a:moveTo>
                  <a:pt x="178445" y="89223"/>
                </a:moveTo>
                <a:cubicBezTo>
                  <a:pt x="178445" y="138499"/>
                  <a:pt x="138499" y="178445"/>
                  <a:pt x="89223" y="178445"/>
                </a:cubicBezTo>
                <a:cubicBezTo>
                  <a:pt x="39946" y="178445"/>
                  <a:pt x="0" y="138499"/>
                  <a:pt x="0" y="89223"/>
                </a:cubicBezTo>
                <a:cubicBezTo>
                  <a:pt x="0" y="39946"/>
                  <a:pt x="39946" y="0"/>
                  <a:pt x="89223" y="0"/>
                </a:cubicBezTo>
                <a:cubicBezTo>
                  <a:pt x="138499" y="0"/>
                  <a:pt x="178445" y="39946"/>
                  <a:pt x="178445" y="89223"/>
                </a:cubicBezTo>
                <a:close/>
              </a:path>
            </a:pathLst>
          </a:custGeom>
          <a:solidFill>
            <a:schemeClr val="accent2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微软雅黑" panose="020B0503020204020204" pitchFamily="34" charset="-122"/>
            </a:endParaRPr>
          </a:p>
        </p:txBody>
      </p:sp>
      <p:sp>
        <p:nvSpPr>
          <p:cNvPr id="7" name="任意多边形: 形状 10"/>
          <p:cNvSpPr/>
          <p:nvPr userDrawn="1"/>
        </p:nvSpPr>
        <p:spPr>
          <a:xfrm>
            <a:off x="546100" y="430588"/>
            <a:ext cx="251460" cy="251460"/>
          </a:xfrm>
          <a:custGeom>
            <a:avLst/>
            <a:gdLst>
              <a:gd name="connsiteX0" fmla="*/ 257754 w 251460"/>
              <a:gd name="connsiteY0" fmla="*/ 128877 h 251460"/>
              <a:gd name="connsiteX1" fmla="*/ 128877 w 251460"/>
              <a:gd name="connsiteY1" fmla="*/ 257754 h 251460"/>
              <a:gd name="connsiteX2" fmla="*/ 0 w 251460"/>
              <a:gd name="connsiteY2" fmla="*/ 128877 h 251460"/>
              <a:gd name="connsiteX3" fmla="*/ 128877 w 251460"/>
              <a:gd name="connsiteY3" fmla="*/ 0 h 251460"/>
              <a:gd name="connsiteX4" fmla="*/ 257754 w 251460"/>
              <a:gd name="connsiteY4" fmla="*/ 128877 h 251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1460" h="251460">
                <a:moveTo>
                  <a:pt x="257754" y="128877"/>
                </a:moveTo>
                <a:cubicBezTo>
                  <a:pt x="257754" y="200054"/>
                  <a:pt x="200054" y="257754"/>
                  <a:pt x="128877" y="257754"/>
                </a:cubicBezTo>
                <a:cubicBezTo>
                  <a:pt x="57700" y="257754"/>
                  <a:pt x="0" y="200054"/>
                  <a:pt x="0" y="128877"/>
                </a:cubicBezTo>
                <a:cubicBezTo>
                  <a:pt x="0" y="57700"/>
                  <a:pt x="57700" y="0"/>
                  <a:pt x="128877" y="0"/>
                </a:cubicBezTo>
                <a:cubicBezTo>
                  <a:pt x="200054" y="0"/>
                  <a:pt x="257754" y="57700"/>
                  <a:pt x="257754" y="128877"/>
                </a:cubicBezTo>
                <a:close/>
              </a:path>
            </a:pathLst>
          </a:custGeom>
          <a:solidFill>
            <a:srgbClr val="005FE1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6092" y="-96385"/>
            <a:ext cx="10858500" cy="9001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6" name="任意多边形: 形状 9"/>
          <p:cNvSpPr/>
          <p:nvPr userDrawn="1"/>
        </p:nvSpPr>
        <p:spPr>
          <a:xfrm>
            <a:off x="714632" y="569386"/>
            <a:ext cx="175260" cy="175260"/>
          </a:xfrm>
          <a:custGeom>
            <a:avLst/>
            <a:gdLst>
              <a:gd name="connsiteX0" fmla="*/ 178445 w 175260"/>
              <a:gd name="connsiteY0" fmla="*/ 89223 h 175260"/>
              <a:gd name="connsiteX1" fmla="*/ 89223 w 175260"/>
              <a:gd name="connsiteY1" fmla="*/ 178445 h 175260"/>
              <a:gd name="connsiteX2" fmla="*/ 0 w 175260"/>
              <a:gd name="connsiteY2" fmla="*/ 89223 h 175260"/>
              <a:gd name="connsiteX3" fmla="*/ 89223 w 175260"/>
              <a:gd name="connsiteY3" fmla="*/ 0 h 175260"/>
              <a:gd name="connsiteX4" fmla="*/ 178445 w 175260"/>
              <a:gd name="connsiteY4" fmla="*/ 89223 h 17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260" h="175260">
                <a:moveTo>
                  <a:pt x="178445" y="89223"/>
                </a:moveTo>
                <a:cubicBezTo>
                  <a:pt x="178445" y="138499"/>
                  <a:pt x="138499" y="178445"/>
                  <a:pt x="89223" y="178445"/>
                </a:cubicBezTo>
                <a:cubicBezTo>
                  <a:pt x="39946" y="178445"/>
                  <a:pt x="0" y="138499"/>
                  <a:pt x="0" y="89223"/>
                </a:cubicBezTo>
                <a:cubicBezTo>
                  <a:pt x="0" y="39946"/>
                  <a:pt x="39946" y="0"/>
                  <a:pt x="89223" y="0"/>
                </a:cubicBezTo>
                <a:cubicBezTo>
                  <a:pt x="138499" y="0"/>
                  <a:pt x="178445" y="39946"/>
                  <a:pt x="178445" y="89223"/>
                </a:cubicBezTo>
                <a:close/>
              </a:path>
            </a:pathLst>
          </a:custGeom>
          <a:solidFill>
            <a:schemeClr val="accent2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微软雅黑" panose="020B0503020204020204" pitchFamily="34" charset="-122"/>
            </a:endParaRPr>
          </a:p>
        </p:txBody>
      </p:sp>
      <p:sp>
        <p:nvSpPr>
          <p:cNvPr id="7" name="任意多边形: 形状 10"/>
          <p:cNvSpPr/>
          <p:nvPr userDrawn="1"/>
        </p:nvSpPr>
        <p:spPr>
          <a:xfrm>
            <a:off x="546100" y="430588"/>
            <a:ext cx="251460" cy="251460"/>
          </a:xfrm>
          <a:custGeom>
            <a:avLst/>
            <a:gdLst>
              <a:gd name="connsiteX0" fmla="*/ 257754 w 251460"/>
              <a:gd name="connsiteY0" fmla="*/ 128877 h 251460"/>
              <a:gd name="connsiteX1" fmla="*/ 128877 w 251460"/>
              <a:gd name="connsiteY1" fmla="*/ 257754 h 251460"/>
              <a:gd name="connsiteX2" fmla="*/ 0 w 251460"/>
              <a:gd name="connsiteY2" fmla="*/ 128877 h 251460"/>
              <a:gd name="connsiteX3" fmla="*/ 128877 w 251460"/>
              <a:gd name="connsiteY3" fmla="*/ 0 h 251460"/>
              <a:gd name="connsiteX4" fmla="*/ 257754 w 251460"/>
              <a:gd name="connsiteY4" fmla="*/ 128877 h 251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1460" h="251460">
                <a:moveTo>
                  <a:pt x="257754" y="128877"/>
                </a:moveTo>
                <a:cubicBezTo>
                  <a:pt x="257754" y="200054"/>
                  <a:pt x="200054" y="257754"/>
                  <a:pt x="128877" y="257754"/>
                </a:cubicBezTo>
                <a:cubicBezTo>
                  <a:pt x="57700" y="257754"/>
                  <a:pt x="0" y="200054"/>
                  <a:pt x="0" y="128877"/>
                </a:cubicBezTo>
                <a:cubicBezTo>
                  <a:pt x="0" y="57700"/>
                  <a:pt x="57700" y="0"/>
                  <a:pt x="128877" y="0"/>
                </a:cubicBezTo>
                <a:cubicBezTo>
                  <a:pt x="200054" y="0"/>
                  <a:pt x="257754" y="57700"/>
                  <a:pt x="257754" y="128877"/>
                </a:cubicBezTo>
                <a:close/>
              </a:path>
            </a:pathLst>
          </a:custGeom>
          <a:solidFill>
            <a:srgbClr val="005FE1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4389" y="258197"/>
            <a:ext cx="1538694" cy="4895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matchingName="Closing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138bb16-bdfa-49bc-9800-70cf3d067ba0"/>
          <p:cNvSpPr>
            <a:spLocks noGrp="1"/>
          </p:cNvSpPr>
          <p:nvPr>
            <p:ph type="ctrTitle" hasCustomPrompt="1"/>
          </p:nvPr>
        </p:nvSpPr>
        <p:spPr>
          <a:xfrm>
            <a:off x="660399" y="1089025"/>
            <a:ext cx="5667829" cy="2496004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44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5760357"/>
            <a:ext cx="5168900" cy="345518"/>
          </a:xfrm>
          <a:prstGeom prst="rect">
            <a:avLst/>
          </a:prstGeom>
        </p:spPr>
        <p:txBody>
          <a:bodyPr wrap="square" lIns="90000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Presenter name</a:t>
            </a:r>
            <a:endParaRPr 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5414839"/>
            <a:ext cx="5168900" cy="345518"/>
          </a:xfrm>
          <a:prstGeom prst="rect">
            <a:avLst/>
          </a:prstGeom>
        </p:spPr>
        <p:txBody>
          <a:bodyPr wrap="non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www.islide.cc</a:t>
            </a:r>
            <a:endParaRPr lang="en-US" dirty="0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294" y="181958"/>
            <a:ext cx="2031197" cy="6462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37" t="13069" r="2492" b="2955"/>
          <a:stretch>
            <a:fillRect/>
          </a:stretch>
        </p:blipFill>
        <p:spPr>
          <a:xfrm>
            <a:off x="-17463" y="-10160"/>
            <a:ext cx="12226925" cy="6877685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-24428" y="0"/>
            <a:ext cx="12226925" cy="6877685"/>
          </a:xfrm>
          <a:prstGeom prst="rect">
            <a:avLst/>
          </a:prstGeom>
          <a:gradFill>
            <a:gsLst>
              <a:gs pos="0">
                <a:srgbClr val="003EA5"/>
              </a:gs>
              <a:gs pos="54000">
                <a:srgbClr val="0052CC">
                  <a:alpha val="12488"/>
                </a:srgbClr>
              </a:gs>
              <a:gs pos="100000">
                <a:srgbClr val="0964E3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任意多边形: 形状 9"/>
          <p:cNvSpPr/>
          <p:nvPr userDrawn="1"/>
        </p:nvSpPr>
        <p:spPr>
          <a:xfrm>
            <a:off x="714632" y="569386"/>
            <a:ext cx="175260" cy="175260"/>
          </a:xfrm>
          <a:custGeom>
            <a:avLst/>
            <a:gdLst>
              <a:gd name="connsiteX0" fmla="*/ 178445 w 175260"/>
              <a:gd name="connsiteY0" fmla="*/ 89223 h 175260"/>
              <a:gd name="connsiteX1" fmla="*/ 89223 w 175260"/>
              <a:gd name="connsiteY1" fmla="*/ 178445 h 175260"/>
              <a:gd name="connsiteX2" fmla="*/ 0 w 175260"/>
              <a:gd name="connsiteY2" fmla="*/ 89223 h 175260"/>
              <a:gd name="connsiteX3" fmla="*/ 89223 w 175260"/>
              <a:gd name="connsiteY3" fmla="*/ 0 h 175260"/>
              <a:gd name="connsiteX4" fmla="*/ 178445 w 175260"/>
              <a:gd name="connsiteY4" fmla="*/ 89223 h 17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260" h="175260">
                <a:moveTo>
                  <a:pt x="178445" y="89223"/>
                </a:moveTo>
                <a:cubicBezTo>
                  <a:pt x="178445" y="138499"/>
                  <a:pt x="138499" y="178445"/>
                  <a:pt x="89223" y="178445"/>
                </a:cubicBezTo>
                <a:cubicBezTo>
                  <a:pt x="39946" y="178445"/>
                  <a:pt x="0" y="138499"/>
                  <a:pt x="0" y="89223"/>
                </a:cubicBezTo>
                <a:cubicBezTo>
                  <a:pt x="0" y="39946"/>
                  <a:pt x="39946" y="0"/>
                  <a:pt x="89223" y="0"/>
                </a:cubicBezTo>
                <a:cubicBezTo>
                  <a:pt x="138499" y="0"/>
                  <a:pt x="178445" y="39946"/>
                  <a:pt x="178445" y="89223"/>
                </a:cubicBezTo>
                <a:close/>
              </a:path>
            </a:pathLst>
          </a:custGeom>
          <a:solidFill>
            <a:schemeClr val="accent2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微软雅黑" panose="020B0503020204020204" pitchFamily="34" charset="-122"/>
            </a:endParaRPr>
          </a:p>
        </p:txBody>
      </p:sp>
      <p:sp>
        <p:nvSpPr>
          <p:cNvPr id="58" name="任意多边形: 形状 10"/>
          <p:cNvSpPr/>
          <p:nvPr userDrawn="1"/>
        </p:nvSpPr>
        <p:spPr>
          <a:xfrm>
            <a:off x="546100" y="430588"/>
            <a:ext cx="251460" cy="251460"/>
          </a:xfrm>
          <a:custGeom>
            <a:avLst/>
            <a:gdLst>
              <a:gd name="connsiteX0" fmla="*/ 257754 w 251460"/>
              <a:gd name="connsiteY0" fmla="*/ 128877 h 251460"/>
              <a:gd name="connsiteX1" fmla="*/ 128877 w 251460"/>
              <a:gd name="connsiteY1" fmla="*/ 257754 h 251460"/>
              <a:gd name="connsiteX2" fmla="*/ 0 w 251460"/>
              <a:gd name="connsiteY2" fmla="*/ 128877 h 251460"/>
              <a:gd name="connsiteX3" fmla="*/ 128877 w 251460"/>
              <a:gd name="connsiteY3" fmla="*/ 0 h 251460"/>
              <a:gd name="connsiteX4" fmla="*/ 257754 w 251460"/>
              <a:gd name="connsiteY4" fmla="*/ 128877 h 251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1460" h="251460">
                <a:moveTo>
                  <a:pt x="257754" y="128877"/>
                </a:moveTo>
                <a:cubicBezTo>
                  <a:pt x="257754" y="200054"/>
                  <a:pt x="200054" y="257754"/>
                  <a:pt x="128877" y="257754"/>
                </a:cubicBezTo>
                <a:cubicBezTo>
                  <a:pt x="57700" y="257754"/>
                  <a:pt x="0" y="200054"/>
                  <a:pt x="0" y="128877"/>
                </a:cubicBezTo>
                <a:cubicBezTo>
                  <a:pt x="0" y="57700"/>
                  <a:pt x="57700" y="0"/>
                  <a:pt x="128877" y="0"/>
                </a:cubicBezTo>
                <a:cubicBezTo>
                  <a:pt x="200054" y="0"/>
                  <a:pt x="257754" y="57700"/>
                  <a:pt x="257754" y="128877"/>
                </a:cubicBezTo>
                <a:close/>
              </a:path>
            </a:pathLst>
          </a:custGeom>
          <a:solidFill>
            <a:srgbClr val="005FE1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8330" y="1177290"/>
            <a:ext cx="5176520" cy="507238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 fontAlgn="auto"/>
            <a:r>
              <a:rPr strike="noStrike" noProof="1">
                <a:sym typeface="+mn-ea"/>
              </a:rPr>
              <a:t>单击此处编辑母版文本样式</a:t>
            </a:r>
            <a:endParaRPr strike="noStrike" noProof="1">
              <a:sym typeface="+mn-ea"/>
            </a:endParaRPr>
          </a:p>
          <a:p>
            <a:pPr lvl="1" fontAlgn="auto"/>
            <a:r>
              <a:rPr strike="noStrike" noProof="1">
                <a:sym typeface="+mn-ea"/>
              </a:rPr>
              <a:t>第二级</a:t>
            </a:r>
            <a:endParaRPr strike="noStrike" noProof="1">
              <a:sym typeface="+mn-ea"/>
            </a:endParaRPr>
          </a:p>
          <a:p>
            <a:pPr lvl="2" fontAlgn="auto"/>
            <a:r>
              <a:rPr strike="noStrike" noProof="1">
                <a:sym typeface="+mn-ea"/>
              </a:rPr>
              <a:t>第三级</a:t>
            </a:r>
            <a:endParaRPr strike="noStrike" noProof="1">
              <a:sym typeface="+mn-ea"/>
            </a:endParaRPr>
          </a:p>
          <a:p>
            <a:pPr lvl="3" fontAlgn="auto"/>
            <a:r>
              <a:rPr strike="noStrike" noProof="1">
                <a:sym typeface="+mn-ea"/>
              </a:rPr>
              <a:t>第四级</a:t>
            </a:r>
            <a:endParaRPr strike="noStrike" noProof="1">
              <a:sym typeface="+mn-ea"/>
            </a:endParaRPr>
          </a:p>
          <a:p>
            <a:pPr lvl="4" fontAlgn="auto"/>
            <a:r>
              <a:rPr strike="noStrike" noProof="1">
                <a:sym typeface="+mn-ea"/>
              </a:rPr>
              <a:t>第五级</a:t>
            </a:r>
            <a:endParaRPr strike="noStrike" noProof="1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2"/>
          </p:nvPr>
        </p:nvSpPr>
        <p:spPr>
          <a:xfrm>
            <a:off x="6411595" y="1177290"/>
            <a:ext cx="5176520" cy="507238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974725" y="263525"/>
            <a:ext cx="8839835" cy="705485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600" b="1" i="0" u="none" strike="noStrike" kern="1200" cap="none" spc="3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 fontAlgn="auto"/>
            <a:r>
              <a:rPr strike="noStrike" noProof="1">
                <a:sym typeface="+mn-ea"/>
              </a:rPr>
              <a:t>单击此处编辑母版标题样式</a:t>
            </a:r>
            <a:endParaRPr strike="noStrike" noProof="1"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任意多边形: 形状 9"/>
          <p:cNvSpPr/>
          <p:nvPr userDrawn="1"/>
        </p:nvSpPr>
        <p:spPr>
          <a:xfrm>
            <a:off x="714632" y="569386"/>
            <a:ext cx="175260" cy="175260"/>
          </a:xfrm>
          <a:custGeom>
            <a:avLst/>
            <a:gdLst>
              <a:gd name="connsiteX0" fmla="*/ 178445 w 175260"/>
              <a:gd name="connsiteY0" fmla="*/ 89223 h 175260"/>
              <a:gd name="connsiteX1" fmla="*/ 89223 w 175260"/>
              <a:gd name="connsiteY1" fmla="*/ 178445 h 175260"/>
              <a:gd name="connsiteX2" fmla="*/ 0 w 175260"/>
              <a:gd name="connsiteY2" fmla="*/ 89223 h 175260"/>
              <a:gd name="connsiteX3" fmla="*/ 89223 w 175260"/>
              <a:gd name="connsiteY3" fmla="*/ 0 h 175260"/>
              <a:gd name="connsiteX4" fmla="*/ 178445 w 175260"/>
              <a:gd name="connsiteY4" fmla="*/ 89223 h 17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260" h="175260">
                <a:moveTo>
                  <a:pt x="178445" y="89223"/>
                </a:moveTo>
                <a:cubicBezTo>
                  <a:pt x="178445" y="138499"/>
                  <a:pt x="138499" y="178445"/>
                  <a:pt x="89223" y="178445"/>
                </a:cubicBezTo>
                <a:cubicBezTo>
                  <a:pt x="39946" y="178445"/>
                  <a:pt x="0" y="138499"/>
                  <a:pt x="0" y="89223"/>
                </a:cubicBezTo>
                <a:cubicBezTo>
                  <a:pt x="0" y="39946"/>
                  <a:pt x="39946" y="0"/>
                  <a:pt x="89223" y="0"/>
                </a:cubicBezTo>
                <a:cubicBezTo>
                  <a:pt x="138499" y="0"/>
                  <a:pt x="178445" y="39946"/>
                  <a:pt x="178445" y="89223"/>
                </a:cubicBezTo>
                <a:close/>
              </a:path>
            </a:pathLst>
          </a:custGeom>
          <a:solidFill>
            <a:schemeClr val="accent2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微软雅黑" panose="020B0503020204020204" pitchFamily="34" charset="-122"/>
            </a:endParaRPr>
          </a:p>
        </p:txBody>
      </p:sp>
      <p:sp>
        <p:nvSpPr>
          <p:cNvPr id="58" name="任意多边形: 形状 10"/>
          <p:cNvSpPr/>
          <p:nvPr userDrawn="1"/>
        </p:nvSpPr>
        <p:spPr>
          <a:xfrm>
            <a:off x="546100" y="430588"/>
            <a:ext cx="251460" cy="251460"/>
          </a:xfrm>
          <a:custGeom>
            <a:avLst/>
            <a:gdLst>
              <a:gd name="connsiteX0" fmla="*/ 257754 w 251460"/>
              <a:gd name="connsiteY0" fmla="*/ 128877 h 251460"/>
              <a:gd name="connsiteX1" fmla="*/ 128877 w 251460"/>
              <a:gd name="connsiteY1" fmla="*/ 257754 h 251460"/>
              <a:gd name="connsiteX2" fmla="*/ 0 w 251460"/>
              <a:gd name="connsiteY2" fmla="*/ 128877 h 251460"/>
              <a:gd name="connsiteX3" fmla="*/ 128877 w 251460"/>
              <a:gd name="connsiteY3" fmla="*/ 0 h 251460"/>
              <a:gd name="connsiteX4" fmla="*/ 257754 w 251460"/>
              <a:gd name="connsiteY4" fmla="*/ 128877 h 251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1460" h="251460">
                <a:moveTo>
                  <a:pt x="257754" y="128877"/>
                </a:moveTo>
                <a:cubicBezTo>
                  <a:pt x="257754" y="200054"/>
                  <a:pt x="200054" y="257754"/>
                  <a:pt x="128877" y="257754"/>
                </a:cubicBezTo>
                <a:cubicBezTo>
                  <a:pt x="57700" y="257754"/>
                  <a:pt x="0" y="200054"/>
                  <a:pt x="0" y="128877"/>
                </a:cubicBezTo>
                <a:cubicBezTo>
                  <a:pt x="0" y="57700"/>
                  <a:pt x="57700" y="0"/>
                  <a:pt x="128877" y="0"/>
                </a:cubicBezTo>
                <a:cubicBezTo>
                  <a:pt x="200054" y="0"/>
                  <a:pt x="257754" y="57700"/>
                  <a:pt x="257754" y="128877"/>
                </a:cubicBezTo>
                <a:close/>
              </a:path>
            </a:pathLst>
          </a:custGeom>
          <a:solidFill>
            <a:srgbClr val="005FE1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微软雅黑" panose="020B0503020204020204" pitchFamily="34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974725" y="263525"/>
            <a:ext cx="8839835" cy="705485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600" b="1" i="0" u="none" strike="noStrike" kern="1200" cap="none" spc="3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 fontAlgn="auto"/>
            <a:r>
              <a:rPr strike="noStrike" noProof="1">
                <a:sym typeface="+mn-ea"/>
              </a:rPr>
              <a:t>单击此处编辑母版标题样式</a:t>
            </a:r>
            <a:endParaRPr strike="noStrike" noProof="1"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66a72bc-5e03-4336-881e-732ab1338059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4389" y="258197"/>
            <a:ext cx="1538694" cy="48953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3.png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8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7" Type="http://schemas.openxmlformats.org/officeDocument/2006/relationships/tags" Target="../tags/tag9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2" Type="http://schemas.openxmlformats.org/officeDocument/2006/relationships/slideLayout" Target="../slideLayouts/slideLayout3.xml"/><Relationship Id="rId31" Type="http://schemas.openxmlformats.org/officeDocument/2006/relationships/tags" Target="../tags/tag36.xml"/><Relationship Id="rId30" Type="http://schemas.openxmlformats.org/officeDocument/2006/relationships/tags" Target="../tags/tag35.xml"/><Relationship Id="rId3" Type="http://schemas.openxmlformats.org/officeDocument/2006/relationships/tags" Target="../tags/tag12.xml"/><Relationship Id="rId29" Type="http://schemas.openxmlformats.org/officeDocument/2006/relationships/image" Target="../media/image19.png"/><Relationship Id="rId28" Type="http://schemas.openxmlformats.org/officeDocument/2006/relationships/tags" Target="../tags/tag34.xml"/><Relationship Id="rId27" Type="http://schemas.openxmlformats.org/officeDocument/2006/relationships/image" Target="../media/image18.png"/><Relationship Id="rId26" Type="http://schemas.openxmlformats.org/officeDocument/2006/relationships/tags" Target="../tags/tag33.xml"/><Relationship Id="rId25" Type="http://schemas.openxmlformats.org/officeDocument/2006/relationships/image" Target="../media/image17.png"/><Relationship Id="rId24" Type="http://schemas.openxmlformats.org/officeDocument/2006/relationships/tags" Target="../tags/tag32.xml"/><Relationship Id="rId23" Type="http://schemas.openxmlformats.org/officeDocument/2006/relationships/image" Target="../media/image16.png"/><Relationship Id="rId22" Type="http://schemas.openxmlformats.org/officeDocument/2006/relationships/tags" Target="../tags/tag31.xml"/><Relationship Id="rId21" Type="http://schemas.openxmlformats.org/officeDocument/2006/relationships/tags" Target="../tags/tag30.xml"/><Relationship Id="rId20" Type="http://schemas.openxmlformats.org/officeDocument/2006/relationships/tags" Target="../tags/tag29.xml"/><Relationship Id="rId2" Type="http://schemas.openxmlformats.org/officeDocument/2006/relationships/tags" Target="../tags/tag11.xml"/><Relationship Id="rId19" Type="http://schemas.openxmlformats.org/officeDocument/2006/relationships/tags" Target="../tags/tag28.xml"/><Relationship Id="rId18" Type="http://schemas.openxmlformats.org/officeDocument/2006/relationships/tags" Target="../tags/tag27.xml"/><Relationship Id="rId17" Type="http://schemas.openxmlformats.org/officeDocument/2006/relationships/tags" Target="../tags/tag26.xml"/><Relationship Id="rId16" Type="http://schemas.openxmlformats.org/officeDocument/2006/relationships/tags" Target="../tags/tag25.xml"/><Relationship Id="rId15" Type="http://schemas.openxmlformats.org/officeDocument/2006/relationships/tags" Target="../tags/tag24.xml"/><Relationship Id="rId14" Type="http://schemas.openxmlformats.org/officeDocument/2006/relationships/tags" Target="../tags/tag23.xml"/><Relationship Id="rId13" Type="http://schemas.openxmlformats.org/officeDocument/2006/relationships/tags" Target="../tags/tag22.xml"/><Relationship Id="rId12" Type="http://schemas.openxmlformats.org/officeDocument/2006/relationships/tags" Target="../tags/tag21.xml"/><Relationship Id="rId11" Type="http://schemas.openxmlformats.org/officeDocument/2006/relationships/tags" Target="../tags/tag20.xml"/><Relationship Id="rId10" Type="http://schemas.openxmlformats.org/officeDocument/2006/relationships/tags" Target="../tags/tag19.xml"/><Relationship Id="rId1" Type="http://schemas.openxmlformats.org/officeDocument/2006/relationships/tags" Target="../tags/tag10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38.xml"/><Relationship Id="rId2" Type="http://schemas.openxmlformats.org/officeDocument/2006/relationships/image" Target="../media/image20.png"/><Relationship Id="rId1" Type="http://schemas.openxmlformats.org/officeDocument/2006/relationships/tags" Target="../tags/tag37.xml"/></Relationships>
</file>

<file path=ppt/slides/_rels/slide13.xml.rels><?xml version='1.0' encoding='UTF-8' standalone='yes'?>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40.xml"/><Relationship Id="rId2" Type="http://schemas.openxmlformats.org/officeDocument/2006/relationships/image" Target="../media/updated-13.png"/><Relationship Id="rId1" Type="http://schemas.openxmlformats.org/officeDocument/2006/relationships/tags" Target="../tags/tag39.xml"/></Relationships>
</file>

<file path=ppt/slides/_rels/slide14.xml.rels><?xml version='1.0' encoding='UTF-8' standalone='yes'?>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42.xml"/><Relationship Id="rId2" Type="http://schemas.openxmlformats.org/officeDocument/2006/relationships/image" Target="../media/updated-14.png"/><Relationship Id="rId1" Type="http://schemas.openxmlformats.org/officeDocument/2006/relationships/tags" Target="../tags/tag41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44.xml"/><Relationship Id="rId2" Type="http://schemas.openxmlformats.org/officeDocument/2006/relationships/image" Target="../media/image23.png"/><Relationship Id="rId1" Type="http://schemas.openxmlformats.org/officeDocument/2006/relationships/tags" Target="../tags/tag43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tags" Target="../tags/tag52.xml"/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5" Type="http://schemas.openxmlformats.org/officeDocument/2006/relationships/slideLayout" Target="../slideLayouts/slideLayout3.xml"/><Relationship Id="rId34" Type="http://schemas.openxmlformats.org/officeDocument/2006/relationships/tags" Target="../tags/tag70.xml"/><Relationship Id="rId33" Type="http://schemas.openxmlformats.org/officeDocument/2006/relationships/image" Target="../media/image31.svg"/><Relationship Id="rId32" Type="http://schemas.openxmlformats.org/officeDocument/2006/relationships/image" Target="../media/image30.png"/><Relationship Id="rId31" Type="http://schemas.openxmlformats.org/officeDocument/2006/relationships/tags" Target="../tags/tag69.xml"/><Relationship Id="rId30" Type="http://schemas.openxmlformats.org/officeDocument/2006/relationships/image" Target="../media/image29.svg"/><Relationship Id="rId3" Type="http://schemas.openxmlformats.org/officeDocument/2006/relationships/tags" Target="../tags/tag47.xml"/><Relationship Id="rId29" Type="http://schemas.openxmlformats.org/officeDocument/2006/relationships/image" Target="../media/image28.png"/><Relationship Id="rId28" Type="http://schemas.openxmlformats.org/officeDocument/2006/relationships/tags" Target="../tags/tag68.xml"/><Relationship Id="rId27" Type="http://schemas.openxmlformats.org/officeDocument/2006/relationships/image" Target="../media/image27.svg"/><Relationship Id="rId26" Type="http://schemas.openxmlformats.org/officeDocument/2006/relationships/image" Target="../media/image26.png"/><Relationship Id="rId25" Type="http://schemas.openxmlformats.org/officeDocument/2006/relationships/tags" Target="../tags/tag67.xml"/><Relationship Id="rId24" Type="http://schemas.openxmlformats.org/officeDocument/2006/relationships/image" Target="../media/image25.svg"/><Relationship Id="rId23" Type="http://schemas.openxmlformats.org/officeDocument/2006/relationships/image" Target="../media/image24.png"/><Relationship Id="rId22" Type="http://schemas.openxmlformats.org/officeDocument/2006/relationships/tags" Target="../tags/tag66.xml"/><Relationship Id="rId21" Type="http://schemas.openxmlformats.org/officeDocument/2006/relationships/tags" Target="../tags/tag65.xml"/><Relationship Id="rId20" Type="http://schemas.openxmlformats.org/officeDocument/2006/relationships/tags" Target="../tags/tag64.xml"/><Relationship Id="rId2" Type="http://schemas.openxmlformats.org/officeDocument/2006/relationships/tags" Target="../tags/tag46.xml"/><Relationship Id="rId19" Type="http://schemas.openxmlformats.org/officeDocument/2006/relationships/tags" Target="../tags/tag63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tags" Target="../tags/tag55.xml"/><Relationship Id="rId10" Type="http://schemas.openxmlformats.org/officeDocument/2006/relationships/tags" Target="../tags/tag54.xml"/><Relationship Id="rId1" Type="http://schemas.openxmlformats.org/officeDocument/2006/relationships/tags" Target="../tags/tag45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79.xml"/><Relationship Id="rId8" Type="http://schemas.openxmlformats.org/officeDocument/2006/relationships/tags" Target="../tags/tag78.xml"/><Relationship Id="rId7" Type="http://schemas.openxmlformats.org/officeDocument/2006/relationships/tags" Target="../tags/tag77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1" Type="http://schemas.openxmlformats.org/officeDocument/2006/relationships/slideLayout" Target="../slideLayouts/slideLayout3.xml"/><Relationship Id="rId30" Type="http://schemas.openxmlformats.org/officeDocument/2006/relationships/tags" Target="../tags/tag92.xml"/><Relationship Id="rId3" Type="http://schemas.openxmlformats.org/officeDocument/2006/relationships/tags" Target="../tags/tag73.xml"/><Relationship Id="rId29" Type="http://schemas.openxmlformats.org/officeDocument/2006/relationships/image" Target="../media/image37.svg"/><Relationship Id="rId28" Type="http://schemas.openxmlformats.org/officeDocument/2006/relationships/image" Target="../media/image36.png"/><Relationship Id="rId27" Type="http://schemas.openxmlformats.org/officeDocument/2006/relationships/tags" Target="../tags/tag91.xml"/><Relationship Id="rId26" Type="http://schemas.openxmlformats.org/officeDocument/2006/relationships/image" Target="../media/image35.svg"/><Relationship Id="rId25" Type="http://schemas.openxmlformats.org/officeDocument/2006/relationships/image" Target="../media/image34.png"/><Relationship Id="rId24" Type="http://schemas.openxmlformats.org/officeDocument/2006/relationships/tags" Target="../tags/tag90.xml"/><Relationship Id="rId23" Type="http://schemas.openxmlformats.org/officeDocument/2006/relationships/image" Target="../media/image33.svg"/><Relationship Id="rId22" Type="http://schemas.openxmlformats.org/officeDocument/2006/relationships/image" Target="../media/image28.png"/><Relationship Id="rId21" Type="http://schemas.openxmlformats.org/officeDocument/2006/relationships/tags" Target="../tags/tag89.xml"/><Relationship Id="rId20" Type="http://schemas.openxmlformats.org/officeDocument/2006/relationships/image" Target="../media/image32.svg"/><Relationship Id="rId2" Type="http://schemas.openxmlformats.org/officeDocument/2006/relationships/tags" Target="../tags/tag72.xml"/><Relationship Id="rId19" Type="http://schemas.openxmlformats.org/officeDocument/2006/relationships/image" Target="../media/image24.png"/><Relationship Id="rId18" Type="http://schemas.openxmlformats.org/officeDocument/2006/relationships/tags" Target="../tags/tag88.xml"/><Relationship Id="rId17" Type="http://schemas.openxmlformats.org/officeDocument/2006/relationships/tags" Target="../tags/tag87.xml"/><Relationship Id="rId16" Type="http://schemas.openxmlformats.org/officeDocument/2006/relationships/tags" Target="../tags/tag86.xml"/><Relationship Id="rId15" Type="http://schemas.openxmlformats.org/officeDocument/2006/relationships/tags" Target="../tags/tag85.xml"/><Relationship Id="rId14" Type="http://schemas.openxmlformats.org/officeDocument/2006/relationships/tags" Target="../tags/tag84.xml"/><Relationship Id="rId13" Type="http://schemas.openxmlformats.org/officeDocument/2006/relationships/tags" Target="../tags/tag83.xml"/><Relationship Id="rId12" Type="http://schemas.openxmlformats.org/officeDocument/2006/relationships/tags" Target="../tags/tag82.xml"/><Relationship Id="rId11" Type="http://schemas.openxmlformats.org/officeDocument/2006/relationships/tags" Target="../tags/tag81.xml"/><Relationship Id="rId10" Type="http://schemas.openxmlformats.org/officeDocument/2006/relationships/tags" Target="../tags/tag80.xml"/><Relationship Id="rId1" Type="http://schemas.openxmlformats.org/officeDocument/2006/relationships/tags" Target="../tags/tag7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39.png"/><Relationship Id="rId1" Type="http://schemas.openxmlformats.org/officeDocument/2006/relationships/image" Target="../media/image38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0.jpeg"/><Relationship Id="rId1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 idx="4294967295" hasCustomPrompt="1"/>
          </p:nvPr>
        </p:nvSpPr>
        <p:spPr>
          <a:xfrm>
            <a:off x="376520" y="2256427"/>
            <a:ext cx="11241741" cy="1065929"/>
          </a:xfrm>
          <a:ln w="12700">
            <a:miter lim="400000"/>
          </a:ln>
          <a:effectLst>
            <a:outerShdw blurRad="50800" dist="50800" dir="5400000" algn="ctr" rotWithShape="0">
              <a:sysClr val="windowText" lastClr="000000"/>
            </a:outerShdw>
          </a:effectLst>
        </p:spPr>
        <p:txBody>
          <a:bodyPr wrap="square" lIns="45718" tIns="45718" rIns="45718" bIns="45718">
            <a:spAutoFit/>
          </a:bodyPr>
          <a:lstStyle/>
          <a:p>
            <a:pPr algn="ctr" fontAlgn="base">
              <a:lnSpc>
                <a:spcPct val="130000"/>
              </a:lnSpc>
              <a:spcAft>
                <a:spcPct val="0"/>
              </a:spcAft>
            </a:pPr>
            <a:r>
              <a:rPr lang="zh-CN" altLang="en-US" sz="5400" dirty="0">
                <a:solidFill>
                  <a:sysClr val="window" lastClr="FFFFFF"/>
                </a:solidFill>
                <a:latin typeface="+mn-lt"/>
                <a:ea typeface="+mn-ea"/>
                <a:cs typeface="+mn-ea"/>
                <a:sym typeface="+mn-lt"/>
              </a:rPr>
              <a:t>智能切割优化解决方案</a:t>
            </a:r>
            <a:endParaRPr lang="en-US" sz="5400" dirty="0">
              <a:solidFill>
                <a:sysClr val="window" lastClr="FFFFFF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2571"/>
            <a:ext cx="1725704" cy="549038"/>
          </a:xfrm>
          <a:prstGeom prst="rect">
            <a:avLst/>
          </a:prstGeom>
        </p:spPr>
      </p:pic>
      <p:sp>
        <p:nvSpPr>
          <p:cNvPr id="4" name="文本框 14"/>
          <p:cNvSpPr/>
          <p:nvPr/>
        </p:nvSpPr>
        <p:spPr>
          <a:xfrm>
            <a:off x="1353952" y="5516211"/>
            <a:ext cx="9286875" cy="356508"/>
          </a:xfrm>
          <a:prstGeom prst="rect">
            <a:avLst/>
          </a:prstGeom>
          <a:ln w="12700">
            <a:miter lim="400000"/>
          </a:ln>
          <a:effectLst>
            <a:outerShdw blurRad="53280" dist="38100" dir="2700000" algn="tl" rotWithShape="0">
              <a:prstClr val="black">
                <a:alpha val="60000"/>
              </a:prstClr>
            </a:outerShdw>
          </a:effectLst>
        </p:spPr>
        <p:txBody>
          <a:bodyPr wrap="square" lIns="90170" tIns="46990" rIns="90170" bIns="46990" anchor="t" anchorCtr="0">
            <a:spAutoFit/>
          </a:bodyPr>
          <a:lstStyle>
            <a:lvl1pPr algn="ctr">
              <a:defRPr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fontAlgn="ctr">
              <a:lnSpc>
                <a:spcPct val="80000"/>
              </a:lnSpc>
            </a:pPr>
            <a:r>
              <a:rPr lang="zh-CN" altLang="en-US" sz="2000" b="1" spc="4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浙江未来佰泽科技有限公司</a:t>
            </a:r>
            <a:endParaRPr lang="zh-CN" altLang="en-US" sz="2000" b="1" spc="4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938821" y="3322356"/>
            <a:ext cx="6117136" cy="525011"/>
          </a:xfrm>
          <a:prstGeom prst="rect">
            <a:avLst/>
          </a:prstGeom>
          <a:ln w="12700">
            <a:miter lim="400000"/>
          </a:ln>
          <a:effectLst>
            <a:outerShdw blurRad="50800" dist="50800" dir="5400000" algn="ctr" rotWithShape="0">
              <a:sysClr val="windowText" lastClr="000000"/>
            </a:outerShdw>
          </a:effectLst>
        </p:spPr>
        <p:txBody>
          <a:bodyPr vert="horz" wrap="square" lIns="45718" tIns="45718" rIns="45718" bIns="45718" rtlCol="0" anchor="b">
            <a:spAutoFit/>
          </a:bodyPr>
          <a:lstStyle>
            <a:lvl1pPr algn="ctr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  <a:defRPr sz="4400" b="1">
                <a:solidFill>
                  <a:sysClr val="window" lastClr="FFFFFF"/>
                </a:solidFill>
                <a:latin typeface="Arial" panose="020B0604020202020204"/>
                <a:ea typeface="微软雅黑" panose="020B0503020204020204" pitchFamily="34" charset="-122"/>
                <a:cs typeface="+mn-ea"/>
              </a:defRPr>
            </a:lvl1pPr>
          </a:lstStyle>
          <a:p>
            <a:r>
              <a:rPr lang="zh-CN" altLang="en-US" sz="2400" dirty="0">
                <a:latin typeface="+mn-lt"/>
                <a:ea typeface="+mn-ea"/>
                <a:sym typeface="+mn-lt"/>
              </a:rPr>
              <a:t>数据驱动制造   算法重塑价值</a:t>
            </a:r>
            <a:endParaRPr lang="zh-CN" altLang="en-US" sz="2400" dirty="0">
              <a:latin typeface="+mn-lt"/>
              <a:ea typeface="+mn-ea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4" name="直接箭头连接符 103"/>
          <p:cNvCxnSpPr/>
          <p:nvPr/>
        </p:nvCxnSpPr>
        <p:spPr>
          <a:xfrm>
            <a:off x="0" y="4695371"/>
            <a:ext cx="12192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Shape 4"/>
          <p:cNvSpPr/>
          <p:nvPr/>
        </p:nvSpPr>
        <p:spPr>
          <a:xfrm>
            <a:off x="898113" y="1093979"/>
            <a:ext cx="10277888" cy="1781636"/>
          </a:xfrm>
          <a:custGeom>
            <a:avLst/>
            <a:gdLst/>
            <a:ahLst/>
            <a:cxnLst/>
            <a:rect l="l" t="t" r="r" b="b"/>
            <a:pathLst>
              <a:path w="5615039" h="2460795">
                <a:moveTo>
                  <a:pt x="113320" y="0"/>
                </a:moveTo>
                <a:lnTo>
                  <a:pt x="5501719" y="0"/>
                </a:lnTo>
                <a:cubicBezTo>
                  <a:pt x="5564304" y="0"/>
                  <a:pt x="5615039" y="50735"/>
                  <a:pt x="5615039" y="113320"/>
                </a:cubicBezTo>
                <a:lnTo>
                  <a:pt x="5615039" y="2347476"/>
                </a:lnTo>
                <a:cubicBezTo>
                  <a:pt x="5615039" y="2410060"/>
                  <a:pt x="5564304" y="2460795"/>
                  <a:pt x="5501719" y="2460795"/>
                </a:cubicBezTo>
                <a:lnTo>
                  <a:pt x="113320" y="2460795"/>
                </a:lnTo>
                <a:cubicBezTo>
                  <a:pt x="50735" y="2460795"/>
                  <a:pt x="0" y="2410060"/>
                  <a:pt x="0" y="2347476"/>
                </a:cubicBezTo>
                <a:lnTo>
                  <a:pt x="0" y="113320"/>
                </a:lnTo>
                <a:cubicBezTo>
                  <a:pt x="0" y="50735"/>
                  <a:pt x="50735" y="0"/>
                  <a:pt x="113320" y="0"/>
                </a:cubicBezTo>
                <a:close/>
              </a:path>
            </a:pathLst>
          </a:custGeom>
          <a:gradFill flip="none" rotWithShape="1">
            <a:gsLst>
              <a:gs pos="1000">
                <a:schemeClr val="accent1">
                  <a:lumMod val="20000"/>
                  <a:lumOff val="80000"/>
                  <a:alpha val="20000"/>
                </a:schemeClr>
              </a:gs>
              <a:gs pos="100000">
                <a:schemeClr val="accent1">
                  <a:lumMod val="20000"/>
                  <a:lumOff val="80000"/>
                  <a:alpha val="50000"/>
                </a:schemeClr>
              </a:gs>
            </a:gsLst>
            <a:lin ang="2700000" scaled="1"/>
          </a:gradFill>
          <a:ln w="7257">
            <a:noFill/>
            <a:prstDash val="solid"/>
          </a:ln>
          <a:effectLst>
            <a:outerShdw blurRad="50800" dist="38100" dir="2700000" algn="tl" rotWithShape="0">
              <a:schemeClr val="accent1">
                <a:alpha val="10000"/>
              </a:scheme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工业制造的基石：切割工艺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111543" y="5861167"/>
            <a:ext cx="9659602" cy="737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dirty="0"/>
              <a:t>随着激光、水刀等切割设备性能的过剩，生产效率的瓶颈已不再是“硬件设备”，而是 </a:t>
            </a:r>
            <a:r>
              <a:rPr lang="zh-CN" altLang="en-US" sz="1400" b="1" dirty="0">
                <a:solidFill>
                  <a:schemeClr val="accent1"/>
                </a:solidFill>
              </a:rPr>
              <a:t>“排版规划能力” </a:t>
            </a:r>
            <a:endParaRPr lang="en-US" altLang="zh-CN" sz="1400" b="1" dirty="0">
              <a:solidFill>
                <a:schemeClr val="accent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1400" b="1" dirty="0">
                <a:solidFill>
                  <a:schemeClr val="accent2"/>
                </a:solidFill>
              </a:rPr>
              <a:t>如何在有限原材料上，用最短时间排进最多零件？这是成本控制的第一道防线</a:t>
            </a:r>
            <a:endParaRPr lang="zh-CN" altLang="en-US" sz="1400" b="1" dirty="0">
              <a:solidFill>
                <a:schemeClr val="accent2"/>
              </a:solidFill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2128398" y="3099452"/>
            <a:ext cx="1319212" cy="931408"/>
          </a:xfrm>
          <a:prstGeom prst="roundRect">
            <a:avLst>
              <a:gd name="adj" fmla="val 13088"/>
            </a:avLst>
          </a:prstGeom>
          <a:solidFill>
            <a:schemeClr val="accent1">
              <a:alpha val="15000"/>
            </a:schemeClr>
          </a:solidFill>
          <a:ln w="12700" cap="rnd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Bullet1"/>
          <p:cNvSpPr/>
          <p:nvPr/>
        </p:nvSpPr>
        <p:spPr>
          <a:xfrm>
            <a:off x="1450082" y="4466289"/>
            <a:ext cx="2688771" cy="457200"/>
          </a:xfrm>
          <a:prstGeom prst="roundRect">
            <a:avLst>
              <a:gd name="adj" fmla="val 24900"/>
            </a:avLst>
          </a:prstGeom>
          <a:solidFill>
            <a:schemeClr val="accent1">
              <a:lumMod val="20000"/>
              <a:lumOff val="80000"/>
            </a:schemeClr>
          </a:solidFill>
          <a:ln w="12700" cap="rnd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手工切割</a:t>
            </a:r>
            <a:endParaRPr lang="en-US" altLang="zh-CN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9" name="直接连接符 8"/>
          <p:cNvCxnSpPr>
            <a:stCxn id="8" idx="0"/>
          </p:cNvCxnSpPr>
          <p:nvPr/>
        </p:nvCxnSpPr>
        <p:spPr>
          <a:xfrm flipV="1">
            <a:off x="2794468" y="4030860"/>
            <a:ext cx="0" cy="435429"/>
          </a:xfrm>
          <a:prstGeom prst="line">
            <a:avLst/>
          </a:prstGeom>
          <a:solidFill>
            <a:schemeClr val="accent1">
              <a:alpha val="15000"/>
            </a:schemeClr>
          </a:solidFill>
          <a:ln w="12700" cap="rnd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  <a:round/>
            <a:tailEnd type="none" w="med" len="med"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" name="Icon1"/>
          <p:cNvSpPr/>
          <p:nvPr/>
        </p:nvSpPr>
        <p:spPr>
          <a:xfrm>
            <a:off x="2450618" y="3243307"/>
            <a:ext cx="687699" cy="647559"/>
          </a:xfrm>
          <a:custGeom>
            <a:avLst/>
            <a:gdLst>
              <a:gd name="connsiteX0" fmla="*/ 430626 w 603826"/>
              <a:gd name="connsiteY0" fmla="*/ 155928 h 568582"/>
              <a:gd name="connsiteX1" fmla="*/ 442851 w 603826"/>
              <a:gd name="connsiteY1" fmla="*/ 166631 h 568582"/>
              <a:gd name="connsiteX2" fmla="*/ 447096 w 603826"/>
              <a:gd name="connsiteY2" fmla="*/ 396053 h 568582"/>
              <a:gd name="connsiteX3" fmla="*/ 443021 w 603826"/>
              <a:gd name="connsiteY3" fmla="*/ 409448 h 568582"/>
              <a:gd name="connsiteX4" fmla="*/ 439795 w 603826"/>
              <a:gd name="connsiteY4" fmla="*/ 415722 h 568582"/>
              <a:gd name="connsiteX5" fmla="*/ 273735 w 603826"/>
              <a:gd name="connsiteY5" fmla="*/ 447770 h 568582"/>
              <a:gd name="connsiteX6" fmla="*/ 106147 w 603826"/>
              <a:gd name="connsiteY6" fmla="*/ 447092 h 568582"/>
              <a:gd name="connsiteX7" fmla="*/ 85602 w 603826"/>
              <a:gd name="connsiteY7" fmla="*/ 448279 h 568582"/>
              <a:gd name="connsiteX8" fmla="*/ 71339 w 603826"/>
              <a:gd name="connsiteY8" fmla="*/ 437427 h 568582"/>
              <a:gd name="connsiteX9" fmla="*/ 66585 w 603826"/>
              <a:gd name="connsiteY9" fmla="*/ 270744 h 568582"/>
              <a:gd name="connsiteX10" fmla="*/ 88998 w 603826"/>
              <a:gd name="connsiteY10" fmla="*/ 257857 h 568582"/>
              <a:gd name="connsiteX11" fmla="*/ 241135 w 603826"/>
              <a:gd name="connsiteY11" fmla="*/ 377740 h 568582"/>
              <a:gd name="connsiteX12" fmla="*/ 415344 w 603826"/>
              <a:gd name="connsiteY12" fmla="*/ 162901 h 568582"/>
              <a:gd name="connsiteX13" fmla="*/ 430626 w 603826"/>
              <a:gd name="connsiteY13" fmla="*/ 155928 h 568582"/>
              <a:gd name="connsiteX14" fmla="*/ 217842 w 603826"/>
              <a:gd name="connsiteY14" fmla="*/ 79198 h 568582"/>
              <a:gd name="connsiteX15" fmla="*/ 263577 w 603826"/>
              <a:gd name="connsiteY15" fmla="*/ 105232 h 568582"/>
              <a:gd name="connsiteX16" fmla="*/ 261538 w 603826"/>
              <a:gd name="connsiteY16" fmla="*/ 208012 h 568582"/>
              <a:gd name="connsiteX17" fmla="*/ 162679 w 603826"/>
              <a:gd name="connsiteY17" fmla="*/ 227347 h 568582"/>
              <a:gd name="connsiteX18" fmla="*/ 140767 w 603826"/>
              <a:gd name="connsiteY18" fmla="*/ 210217 h 568582"/>
              <a:gd name="connsiteX19" fmla="*/ 119705 w 603826"/>
              <a:gd name="connsiteY19" fmla="*/ 165441 h 568582"/>
              <a:gd name="connsiteX20" fmla="*/ 130406 w 603826"/>
              <a:gd name="connsiteY20" fmla="*/ 122871 h 568582"/>
              <a:gd name="connsiteX21" fmla="*/ 167775 w 603826"/>
              <a:gd name="connsiteY21" fmla="*/ 94886 h 568582"/>
              <a:gd name="connsiteX22" fmla="*/ 217842 w 603826"/>
              <a:gd name="connsiteY22" fmla="*/ 79198 h 568582"/>
              <a:gd name="connsiteX23" fmla="*/ 487699 w 603826"/>
              <a:gd name="connsiteY23" fmla="*/ 28947 h 568582"/>
              <a:gd name="connsiteX24" fmla="*/ 174036 w 603826"/>
              <a:gd name="connsiteY24" fmla="*/ 62180 h 568582"/>
              <a:gd name="connsiteX25" fmla="*/ 40385 w 603826"/>
              <a:gd name="connsiteY25" fmla="*/ 73371 h 568582"/>
              <a:gd name="connsiteX26" fmla="*/ 23402 w 603826"/>
              <a:gd name="connsiteY26" fmla="*/ 75067 h 568582"/>
              <a:gd name="connsiteX27" fmla="*/ 35630 w 603826"/>
              <a:gd name="connsiteY27" fmla="*/ 324318 h 568582"/>
              <a:gd name="connsiteX28" fmla="*/ 31384 w 603826"/>
              <a:gd name="connsiteY28" fmla="*/ 507950 h 568582"/>
              <a:gd name="connsiteX29" fmla="*/ 74689 w 603826"/>
              <a:gd name="connsiteY29" fmla="*/ 510833 h 568582"/>
              <a:gd name="connsiteX30" fmla="*/ 202396 w 603826"/>
              <a:gd name="connsiteY30" fmla="*/ 499303 h 568582"/>
              <a:gd name="connsiteX31" fmla="*/ 490755 w 603826"/>
              <a:gd name="connsiteY31" fmla="*/ 482686 h 568582"/>
              <a:gd name="connsiteX32" fmla="*/ 491774 w 603826"/>
              <a:gd name="connsiteY32" fmla="*/ 482855 h 568582"/>
              <a:gd name="connsiteX33" fmla="*/ 484642 w 603826"/>
              <a:gd name="connsiteY33" fmla="*/ 259716 h 568582"/>
              <a:gd name="connsiteX34" fmla="*/ 487699 w 603826"/>
              <a:gd name="connsiteY34" fmla="*/ 28947 h 568582"/>
              <a:gd name="connsiteX35" fmla="*/ 414879 w 603826"/>
              <a:gd name="connsiteY35" fmla="*/ 554 h 568582"/>
              <a:gd name="connsiteX36" fmla="*/ 494491 w 603826"/>
              <a:gd name="connsiteY36" fmla="*/ 3852 h 568582"/>
              <a:gd name="connsiteX37" fmla="*/ 503322 w 603826"/>
              <a:gd name="connsiteY37" fmla="*/ 18265 h 568582"/>
              <a:gd name="connsiteX38" fmla="*/ 510964 w 603826"/>
              <a:gd name="connsiteY38" fmla="*/ 28608 h 568582"/>
              <a:gd name="connsiteX39" fmla="*/ 513172 w 603826"/>
              <a:gd name="connsiteY39" fmla="*/ 55059 h 568582"/>
              <a:gd name="connsiteX40" fmla="*/ 574648 w 603826"/>
              <a:gd name="connsiteY40" fmla="*/ 47259 h 568582"/>
              <a:gd name="connsiteX41" fmla="*/ 588913 w 603826"/>
              <a:gd name="connsiteY41" fmla="*/ 58111 h 568582"/>
              <a:gd name="connsiteX42" fmla="*/ 598593 w 603826"/>
              <a:gd name="connsiteY42" fmla="*/ 349922 h 568582"/>
              <a:gd name="connsiteX43" fmla="*/ 584837 w 603826"/>
              <a:gd name="connsiteY43" fmla="*/ 512020 h 568582"/>
              <a:gd name="connsiteX44" fmla="*/ 584498 w 603826"/>
              <a:gd name="connsiteY44" fmla="*/ 522871 h 568582"/>
              <a:gd name="connsiteX45" fmla="*/ 431997 w 603826"/>
              <a:gd name="connsiteY45" fmla="*/ 555257 h 568582"/>
              <a:gd name="connsiteX46" fmla="*/ 118843 w 603826"/>
              <a:gd name="connsiteY46" fmla="*/ 568483 h 568582"/>
              <a:gd name="connsiteX47" fmla="*/ 105427 w 603826"/>
              <a:gd name="connsiteY47" fmla="*/ 550849 h 568582"/>
              <a:gd name="connsiteX48" fmla="*/ 108144 w 603826"/>
              <a:gd name="connsiteY48" fmla="*/ 537962 h 568582"/>
              <a:gd name="connsiteX49" fmla="*/ 12364 w 603826"/>
              <a:gd name="connsiteY49" fmla="*/ 522871 h 568582"/>
              <a:gd name="connsiteX50" fmla="*/ 12873 w 603826"/>
              <a:gd name="connsiteY50" fmla="*/ 512528 h 568582"/>
              <a:gd name="connsiteX51" fmla="*/ 9647 w 603826"/>
              <a:gd name="connsiteY51" fmla="*/ 347887 h 568582"/>
              <a:gd name="connsiteX52" fmla="*/ 5401 w 603826"/>
              <a:gd name="connsiteY52" fmla="*/ 75406 h 568582"/>
              <a:gd name="connsiteX53" fmla="*/ 7439 w 603826"/>
              <a:gd name="connsiteY53" fmla="*/ 56246 h 568582"/>
              <a:gd name="connsiteX54" fmla="*/ 9477 w 603826"/>
              <a:gd name="connsiteY54" fmla="*/ 55737 h 568582"/>
              <a:gd name="connsiteX55" fmla="*/ 17289 w 603826"/>
              <a:gd name="connsiteY55" fmla="*/ 54381 h 568582"/>
              <a:gd name="connsiteX56" fmla="*/ 31894 w 603826"/>
              <a:gd name="connsiteY56" fmla="*/ 52007 h 568582"/>
              <a:gd name="connsiteX57" fmla="*/ 174036 w 603826"/>
              <a:gd name="connsiteY57" fmla="*/ 33864 h 568582"/>
              <a:gd name="connsiteX58" fmla="*/ 414879 w 603826"/>
              <a:gd name="connsiteY58" fmla="*/ 554 h 568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603826" h="568582">
                <a:moveTo>
                  <a:pt x="430626" y="155928"/>
                </a:moveTo>
                <a:cubicBezTo>
                  <a:pt x="436357" y="156330"/>
                  <a:pt x="441578" y="159679"/>
                  <a:pt x="442851" y="166631"/>
                </a:cubicBezTo>
                <a:cubicBezTo>
                  <a:pt x="457114" y="242936"/>
                  <a:pt x="433343" y="319918"/>
                  <a:pt x="447096" y="396053"/>
                </a:cubicBezTo>
                <a:cubicBezTo>
                  <a:pt x="447945" y="401479"/>
                  <a:pt x="446247" y="406057"/>
                  <a:pt x="443021" y="409448"/>
                </a:cubicBezTo>
                <a:cubicBezTo>
                  <a:pt x="443021" y="411653"/>
                  <a:pt x="442172" y="413857"/>
                  <a:pt x="439795" y="415722"/>
                </a:cubicBezTo>
                <a:cubicBezTo>
                  <a:pt x="401421" y="447431"/>
                  <a:pt x="321448" y="444887"/>
                  <a:pt x="273735" y="447770"/>
                </a:cubicBezTo>
                <a:cubicBezTo>
                  <a:pt x="227211" y="450822"/>
                  <a:pt x="155218" y="463709"/>
                  <a:pt x="106147" y="447092"/>
                </a:cubicBezTo>
                <a:cubicBezTo>
                  <a:pt x="99356" y="447600"/>
                  <a:pt x="92394" y="448279"/>
                  <a:pt x="85602" y="448279"/>
                </a:cubicBezTo>
                <a:cubicBezTo>
                  <a:pt x="79659" y="448448"/>
                  <a:pt x="72188" y="443700"/>
                  <a:pt x="71339" y="437427"/>
                </a:cubicBezTo>
                <a:cubicBezTo>
                  <a:pt x="63359" y="381979"/>
                  <a:pt x="66076" y="326701"/>
                  <a:pt x="66585" y="270744"/>
                </a:cubicBezTo>
                <a:cubicBezTo>
                  <a:pt x="66585" y="259553"/>
                  <a:pt x="79150" y="252092"/>
                  <a:pt x="88998" y="257857"/>
                </a:cubicBezTo>
                <a:cubicBezTo>
                  <a:pt x="144691" y="290414"/>
                  <a:pt x="193762" y="333483"/>
                  <a:pt x="241135" y="377740"/>
                </a:cubicBezTo>
                <a:cubicBezTo>
                  <a:pt x="300393" y="307031"/>
                  <a:pt x="364066" y="239883"/>
                  <a:pt x="415344" y="162901"/>
                </a:cubicBezTo>
                <a:cubicBezTo>
                  <a:pt x="418655" y="158068"/>
                  <a:pt x="424895" y="155525"/>
                  <a:pt x="430626" y="155928"/>
                </a:cubicBezTo>
                <a:close/>
                <a:moveTo>
                  <a:pt x="217842" y="79198"/>
                </a:moveTo>
                <a:cubicBezTo>
                  <a:pt x="234700" y="79918"/>
                  <a:pt x="250837" y="87593"/>
                  <a:pt x="263577" y="105232"/>
                </a:cubicBezTo>
                <a:cubicBezTo>
                  <a:pt x="285319" y="135591"/>
                  <a:pt x="288886" y="179688"/>
                  <a:pt x="261538" y="208012"/>
                </a:cubicBezTo>
                <a:cubicBezTo>
                  <a:pt x="236569" y="233113"/>
                  <a:pt x="195632" y="243968"/>
                  <a:pt x="162679" y="227347"/>
                </a:cubicBezTo>
                <a:cubicBezTo>
                  <a:pt x="154526" y="223276"/>
                  <a:pt x="147052" y="217171"/>
                  <a:pt x="140767" y="210217"/>
                </a:cubicBezTo>
                <a:cubicBezTo>
                  <a:pt x="124461" y="198853"/>
                  <a:pt x="118346" y="182571"/>
                  <a:pt x="119705" y="165441"/>
                </a:cubicBezTo>
                <a:cubicBezTo>
                  <a:pt x="117836" y="150686"/>
                  <a:pt x="120894" y="135591"/>
                  <a:pt x="130406" y="122871"/>
                </a:cubicBezTo>
                <a:cubicBezTo>
                  <a:pt x="140767" y="108963"/>
                  <a:pt x="153677" y="99465"/>
                  <a:pt x="167775" y="94886"/>
                </a:cubicBezTo>
                <a:cubicBezTo>
                  <a:pt x="183402" y="84710"/>
                  <a:pt x="200983" y="78477"/>
                  <a:pt x="217842" y="79198"/>
                </a:cubicBezTo>
                <a:close/>
                <a:moveTo>
                  <a:pt x="487699" y="28947"/>
                </a:moveTo>
                <a:cubicBezTo>
                  <a:pt x="382578" y="25895"/>
                  <a:pt x="278477" y="51668"/>
                  <a:pt x="174036" y="62180"/>
                </a:cubicBezTo>
                <a:cubicBezTo>
                  <a:pt x="147713" y="64893"/>
                  <a:pt x="76217" y="83884"/>
                  <a:pt x="40385" y="73371"/>
                </a:cubicBezTo>
                <a:cubicBezTo>
                  <a:pt x="34781" y="73880"/>
                  <a:pt x="29176" y="74558"/>
                  <a:pt x="23402" y="75067"/>
                </a:cubicBezTo>
                <a:cubicBezTo>
                  <a:pt x="29516" y="157981"/>
                  <a:pt x="42932" y="241404"/>
                  <a:pt x="35630" y="324318"/>
                </a:cubicBezTo>
                <a:cubicBezTo>
                  <a:pt x="30535" y="386546"/>
                  <a:pt x="30535" y="446061"/>
                  <a:pt x="31384" y="507950"/>
                </a:cubicBezTo>
                <a:cubicBezTo>
                  <a:pt x="45649" y="508798"/>
                  <a:pt x="60084" y="509815"/>
                  <a:pt x="74689" y="510833"/>
                </a:cubicBezTo>
                <a:cubicBezTo>
                  <a:pt x="117654" y="509476"/>
                  <a:pt x="159770" y="501846"/>
                  <a:pt x="202396" y="499303"/>
                </a:cubicBezTo>
                <a:cubicBezTo>
                  <a:pt x="298516" y="494385"/>
                  <a:pt x="394296" y="484212"/>
                  <a:pt x="490755" y="482686"/>
                </a:cubicBezTo>
                <a:cubicBezTo>
                  <a:pt x="491265" y="482686"/>
                  <a:pt x="491435" y="482855"/>
                  <a:pt x="491774" y="482855"/>
                </a:cubicBezTo>
                <a:cubicBezTo>
                  <a:pt x="474113" y="412997"/>
                  <a:pt x="484642" y="331101"/>
                  <a:pt x="484642" y="259716"/>
                </a:cubicBezTo>
                <a:cubicBezTo>
                  <a:pt x="484642" y="183245"/>
                  <a:pt x="479717" y="104909"/>
                  <a:pt x="487699" y="28947"/>
                </a:cubicBezTo>
                <a:close/>
                <a:moveTo>
                  <a:pt x="414879" y="554"/>
                </a:moveTo>
                <a:cubicBezTo>
                  <a:pt x="441719" y="-683"/>
                  <a:pt x="468339" y="37"/>
                  <a:pt x="494491" y="3852"/>
                </a:cubicBezTo>
                <a:cubicBezTo>
                  <a:pt x="502134" y="4870"/>
                  <a:pt x="504681" y="11991"/>
                  <a:pt x="503322" y="18265"/>
                </a:cubicBezTo>
                <a:cubicBezTo>
                  <a:pt x="507058" y="19621"/>
                  <a:pt x="510285" y="23012"/>
                  <a:pt x="510964" y="28608"/>
                </a:cubicBezTo>
                <a:cubicBezTo>
                  <a:pt x="511813" y="37425"/>
                  <a:pt x="512493" y="46242"/>
                  <a:pt x="513172" y="55059"/>
                </a:cubicBezTo>
                <a:cubicBezTo>
                  <a:pt x="534909" y="52176"/>
                  <a:pt x="552401" y="49463"/>
                  <a:pt x="574648" y="47259"/>
                </a:cubicBezTo>
                <a:cubicBezTo>
                  <a:pt x="580931" y="46581"/>
                  <a:pt x="587215" y="52176"/>
                  <a:pt x="588913" y="58111"/>
                </a:cubicBezTo>
                <a:cubicBezTo>
                  <a:pt x="614726" y="154081"/>
                  <a:pt x="595876" y="252086"/>
                  <a:pt x="598593" y="349922"/>
                </a:cubicBezTo>
                <a:cubicBezTo>
                  <a:pt x="599952" y="394685"/>
                  <a:pt x="615745" y="473869"/>
                  <a:pt x="584837" y="512020"/>
                </a:cubicBezTo>
                <a:cubicBezTo>
                  <a:pt x="586366" y="515411"/>
                  <a:pt x="586536" y="519311"/>
                  <a:pt x="584498" y="522871"/>
                </a:cubicBezTo>
                <a:cubicBezTo>
                  <a:pt x="561741" y="563565"/>
                  <a:pt x="469528" y="554579"/>
                  <a:pt x="431997" y="555257"/>
                </a:cubicBezTo>
                <a:cubicBezTo>
                  <a:pt x="327556" y="556953"/>
                  <a:pt x="222945" y="569839"/>
                  <a:pt x="118843" y="568483"/>
                </a:cubicBezTo>
                <a:cubicBezTo>
                  <a:pt x="109333" y="568313"/>
                  <a:pt x="103899" y="559666"/>
                  <a:pt x="105427" y="550849"/>
                </a:cubicBezTo>
                <a:cubicBezTo>
                  <a:pt x="106276" y="546610"/>
                  <a:pt x="107295" y="542371"/>
                  <a:pt x="108144" y="537962"/>
                </a:cubicBezTo>
                <a:cubicBezTo>
                  <a:pt x="72821" y="541692"/>
                  <a:pt x="35630" y="541184"/>
                  <a:pt x="12364" y="522871"/>
                </a:cubicBezTo>
                <a:cubicBezTo>
                  <a:pt x="8968" y="520158"/>
                  <a:pt x="9817" y="515241"/>
                  <a:pt x="12873" y="512528"/>
                </a:cubicBezTo>
                <a:cubicBezTo>
                  <a:pt x="-11581" y="467934"/>
                  <a:pt x="5571" y="394685"/>
                  <a:pt x="9647" y="347887"/>
                </a:cubicBezTo>
                <a:cubicBezTo>
                  <a:pt x="17628" y="256495"/>
                  <a:pt x="-1052" y="166290"/>
                  <a:pt x="5401" y="75406"/>
                </a:cubicBezTo>
                <a:cubicBezTo>
                  <a:pt x="-1731" y="71676"/>
                  <a:pt x="-2071" y="58281"/>
                  <a:pt x="7439" y="56246"/>
                </a:cubicBezTo>
                <a:cubicBezTo>
                  <a:pt x="8118" y="56076"/>
                  <a:pt x="8798" y="56076"/>
                  <a:pt x="9477" y="55737"/>
                </a:cubicBezTo>
                <a:cubicBezTo>
                  <a:pt x="11685" y="54042"/>
                  <a:pt x="14911" y="53533"/>
                  <a:pt x="17289" y="54381"/>
                </a:cubicBezTo>
                <a:cubicBezTo>
                  <a:pt x="22044" y="53702"/>
                  <a:pt x="27139" y="52685"/>
                  <a:pt x="31894" y="52007"/>
                </a:cubicBezTo>
                <a:cubicBezTo>
                  <a:pt x="61103" y="30303"/>
                  <a:pt x="145675" y="37086"/>
                  <a:pt x="174036" y="33864"/>
                </a:cubicBezTo>
                <a:cubicBezTo>
                  <a:pt x="251857" y="25598"/>
                  <a:pt x="334359" y="4266"/>
                  <a:pt x="414879" y="554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0000">
                <a:schemeClr val="accent1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/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Text1"/>
          <p:cNvSpPr txBox="1"/>
          <p:nvPr/>
        </p:nvSpPr>
        <p:spPr>
          <a:xfrm>
            <a:off x="1450081" y="5064539"/>
            <a:ext cx="2688771" cy="79662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 defTabSz="913765">
              <a:lnSpc>
                <a:spcPct val="120000"/>
              </a:lnSpc>
              <a:buSzPct val="25000"/>
              <a:defRPr/>
            </a:pPr>
            <a:r>
              <a:rPr kumimoji="0" lang="zh-CN" altLang="en-US" sz="12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</a:rPr>
              <a:t>依赖人工经验，效率低，精度差</a:t>
            </a:r>
            <a:endParaRPr lang="en-US" altLang="zh-CN" sz="12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Bullet2"/>
          <p:cNvSpPr/>
          <p:nvPr/>
        </p:nvSpPr>
        <p:spPr>
          <a:xfrm>
            <a:off x="4766228" y="4466289"/>
            <a:ext cx="2688771" cy="457200"/>
          </a:xfrm>
          <a:prstGeom prst="roundRect">
            <a:avLst>
              <a:gd name="adj" fmla="val 24900"/>
            </a:avLst>
          </a:prstGeom>
          <a:solidFill>
            <a:schemeClr val="accent1">
              <a:lumMod val="20000"/>
              <a:lumOff val="80000"/>
            </a:schemeClr>
          </a:solidFill>
          <a:ln w="12700" cap="rnd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数控切割</a:t>
            </a:r>
            <a:endParaRPr lang="en-US" altLang="zh-CN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Text2"/>
          <p:cNvSpPr txBox="1"/>
          <p:nvPr/>
        </p:nvSpPr>
        <p:spPr>
          <a:xfrm>
            <a:off x="4766228" y="5064538"/>
            <a:ext cx="2688771" cy="79662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 defTabSz="913765">
              <a:lnSpc>
                <a:spcPct val="120000"/>
              </a:lnSpc>
              <a:buSzPct val="25000"/>
              <a:defRPr/>
            </a:pPr>
            <a:r>
              <a:rPr kumimoji="0" lang="zh-CN" altLang="en-US" sz="12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</a:rPr>
              <a:t>数控设备普及，解决了“切得快、切得准”的问题（硬件提升）</a:t>
            </a:r>
            <a:endParaRPr lang="en-US" altLang="zh-CN" sz="12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6110613" y="4018614"/>
            <a:ext cx="1700" cy="447675"/>
          </a:xfrm>
          <a:prstGeom prst="line">
            <a:avLst/>
          </a:prstGeom>
          <a:solidFill>
            <a:schemeClr val="accent3">
              <a:alpha val="15000"/>
            </a:schemeClr>
          </a:solidFill>
          <a:ln w="12700" cap="rnd">
            <a:gradFill>
              <a:gsLst>
                <a:gs pos="0">
                  <a:schemeClr val="accent3">
                    <a:lumMod val="60000"/>
                    <a:lumOff val="40000"/>
                  </a:schemeClr>
                </a:gs>
                <a:gs pos="100000">
                  <a:schemeClr val="accent3"/>
                </a:gs>
              </a:gsLst>
              <a:lin ang="5400000" scaled="1"/>
            </a:gradFill>
            <a:prstDash val="solid"/>
            <a:round/>
          </a:ln>
          <a:effectLst>
            <a:outerShdw blurRad="76200" dist="50800" dir="5400000" algn="ctr" rotWithShape="0">
              <a:schemeClr val="accent3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3" name="Bullet3"/>
          <p:cNvSpPr/>
          <p:nvPr/>
        </p:nvSpPr>
        <p:spPr>
          <a:xfrm>
            <a:off x="8082375" y="4466289"/>
            <a:ext cx="2688771" cy="457200"/>
          </a:xfrm>
          <a:prstGeom prst="roundRect">
            <a:avLst>
              <a:gd name="adj" fmla="val 24900"/>
            </a:avLst>
          </a:prstGeom>
          <a:solidFill>
            <a:schemeClr val="accent1">
              <a:lumMod val="20000"/>
              <a:lumOff val="80000"/>
            </a:schemeClr>
          </a:solidFill>
          <a:ln w="12700" cap="rnd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智能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优化切割</a:t>
            </a:r>
            <a:endParaRPr lang="en-US" altLang="zh-CN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4" name="直接连接符 23"/>
          <p:cNvCxnSpPr>
            <a:stCxn id="23" idx="0"/>
          </p:cNvCxnSpPr>
          <p:nvPr/>
        </p:nvCxnSpPr>
        <p:spPr>
          <a:xfrm flipV="1">
            <a:off x="9426761" y="4030860"/>
            <a:ext cx="0" cy="435429"/>
          </a:xfrm>
          <a:prstGeom prst="line">
            <a:avLst/>
          </a:prstGeom>
          <a:solidFill>
            <a:schemeClr val="accent6">
              <a:alpha val="15000"/>
            </a:schemeClr>
          </a:solidFill>
          <a:ln w="12700" cap="rnd"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5" name="Text3"/>
          <p:cNvSpPr txBox="1"/>
          <p:nvPr/>
        </p:nvSpPr>
        <p:spPr>
          <a:xfrm>
            <a:off x="8082374" y="5064539"/>
            <a:ext cx="2688771" cy="79662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 defTabSz="913765">
              <a:lnSpc>
                <a:spcPct val="120000"/>
              </a:lnSpc>
              <a:buSzPct val="25000"/>
              <a:defRPr/>
            </a:pPr>
            <a:r>
              <a:rPr kumimoji="0" lang="zh-CN" altLang="en-US" sz="12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</a:rPr>
              <a:t>数据驱动决策，解决 “排得好、省材料” 的问题（软件</a:t>
            </a:r>
            <a:r>
              <a:rPr kumimoji="0" lang="en-US" altLang="zh-CN" sz="12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</a:rPr>
              <a:t>/</a:t>
            </a:r>
            <a:r>
              <a:rPr kumimoji="0" lang="zh-CN" altLang="en-US" sz="12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</a:rPr>
              <a:t>算法提升）</a:t>
            </a:r>
            <a:endParaRPr lang="en-US" altLang="zh-CN" sz="12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000048" y="1316087"/>
            <a:ext cx="6141801" cy="131959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400"/>
            </a:lvl1pPr>
          </a:lstStyle>
          <a:p>
            <a:pPr algn="just">
              <a:lnSpc>
                <a:spcPct val="200000"/>
              </a:lnSpc>
            </a:pPr>
            <a:r>
              <a:rPr lang="zh-CN" altLang="en-US" dirty="0"/>
              <a:t>切割工艺是指利用物理或化学方法，将原材料（板材、卷材）按照预定图形和尺寸进行分离的加工过程。它是制造业的首道工序，直接决定了原材料的利用率和后续加工的质量。</a:t>
            </a:r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7231170" y="1228797"/>
            <a:ext cx="1188000" cy="756000"/>
            <a:chOff x="9769959" y="1209481"/>
            <a:chExt cx="1188000" cy="756000"/>
          </a:xfrm>
        </p:grpSpPr>
        <p:sp>
          <p:nvSpPr>
            <p:cNvPr id="33" name="Shape 4"/>
            <p:cNvSpPr/>
            <p:nvPr/>
          </p:nvSpPr>
          <p:spPr>
            <a:xfrm>
              <a:off x="9769959" y="1209481"/>
              <a:ext cx="1188000" cy="756000"/>
            </a:xfrm>
            <a:custGeom>
              <a:avLst/>
              <a:gdLst/>
              <a:ahLst/>
              <a:cxnLst/>
              <a:rect l="l" t="t" r="r" b="b"/>
              <a:pathLst>
                <a:path w="3701143" h="2281918">
                  <a:moveTo>
                    <a:pt x="114301" y="0"/>
                  </a:moveTo>
                  <a:lnTo>
                    <a:pt x="3586842" y="0"/>
                  </a:lnTo>
                  <a:cubicBezTo>
                    <a:pt x="3649968" y="0"/>
                    <a:pt x="3701143" y="51174"/>
                    <a:pt x="3701143" y="114301"/>
                  </a:cubicBezTo>
                  <a:lnTo>
                    <a:pt x="3701143" y="2167617"/>
                  </a:lnTo>
                  <a:cubicBezTo>
                    <a:pt x="3701143" y="2230743"/>
                    <a:pt x="3649968" y="2281918"/>
                    <a:pt x="3586842" y="2281918"/>
                  </a:cubicBezTo>
                  <a:lnTo>
                    <a:pt x="114301" y="2281918"/>
                  </a:lnTo>
                  <a:cubicBezTo>
                    <a:pt x="51174" y="2281918"/>
                    <a:pt x="0" y="2230743"/>
                    <a:pt x="0" y="2167617"/>
                  </a:cubicBezTo>
                  <a:lnTo>
                    <a:pt x="0" y="114301"/>
                  </a:lnTo>
                  <a:cubicBezTo>
                    <a:pt x="0" y="51217"/>
                    <a:pt x="51217" y="0"/>
                    <a:pt x="114301" y="0"/>
                  </a:cubicBezTo>
                  <a:close/>
                </a:path>
              </a:pathLst>
            </a:custGeom>
            <a:blipFill>
              <a:blip r:embed="rId1">
                <a:alphaModFix amt="35000"/>
              </a:blip>
              <a:stretch>
                <a:fillRect t="-4088" b="-4042"/>
              </a:stretch>
            </a:blipFill>
            <a:ln w="7257">
              <a:noFill/>
              <a:prstDash val="solid"/>
            </a:ln>
            <a:effectLst>
              <a:outerShdw blurRad="50800" dist="38100" dir="2700000" algn="tl" rotWithShape="0">
                <a:schemeClr val="accent1">
                  <a:alpha val="10000"/>
                </a:scheme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Text 7"/>
            <p:cNvSpPr/>
            <p:nvPr/>
          </p:nvSpPr>
          <p:spPr>
            <a:xfrm>
              <a:off x="9769959" y="1479481"/>
              <a:ext cx="1188000" cy="216000"/>
            </a:xfrm>
            <a:prstGeom prst="rect">
              <a:avLst/>
            </a:prstGeom>
            <a:solidFill>
              <a:schemeClr val="accent1">
                <a:alpha val="45000"/>
              </a:schemeClr>
            </a:solidFill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+mn-ea"/>
                </a:rPr>
                <a:t>金属加工行业</a:t>
              </a:r>
              <a:endParaRPr lang="en-US" sz="12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8500493" y="1228797"/>
            <a:ext cx="1188000" cy="756000"/>
            <a:chOff x="7243783" y="1209481"/>
            <a:chExt cx="1188000" cy="756000"/>
          </a:xfrm>
        </p:grpSpPr>
        <p:sp>
          <p:nvSpPr>
            <p:cNvPr id="37" name="Shape 4"/>
            <p:cNvSpPr/>
            <p:nvPr/>
          </p:nvSpPr>
          <p:spPr>
            <a:xfrm>
              <a:off x="7243783" y="1209481"/>
              <a:ext cx="1188000" cy="756000"/>
            </a:xfrm>
            <a:custGeom>
              <a:avLst/>
              <a:gdLst/>
              <a:ahLst/>
              <a:cxnLst/>
              <a:rect l="l" t="t" r="r" b="b"/>
              <a:pathLst>
                <a:path w="3701143" h="2281918">
                  <a:moveTo>
                    <a:pt x="114301" y="0"/>
                  </a:moveTo>
                  <a:lnTo>
                    <a:pt x="3586842" y="0"/>
                  </a:lnTo>
                  <a:cubicBezTo>
                    <a:pt x="3649968" y="0"/>
                    <a:pt x="3701143" y="51174"/>
                    <a:pt x="3701143" y="114301"/>
                  </a:cubicBezTo>
                  <a:lnTo>
                    <a:pt x="3701143" y="2167617"/>
                  </a:lnTo>
                  <a:cubicBezTo>
                    <a:pt x="3701143" y="2230743"/>
                    <a:pt x="3649968" y="2281918"/>
                    <a:pt x="3586842" y="2281918"/>
                  </a:cubicBezTo>
                  <a:lnTo>
                    <a:pt x="114301" y="2281918"/>
                  </a:lnTo>
                  <a:cubicBezTo>
                    <a:pt x="51174" y="2281918"/>
                    <a:pt x="0" y="2230743"/>
                    <a:pt x="0" y="2167617"/>
                  </a:cubicBezTo>
                  <a:lnTo>
                    <a:pt x="0" y="114301"/>
                  </a:lnTo>
                  <a:cubicBezTo>
                    <a:pt x="0" y="51217"/>
                    <a:pt x="51217" y="0"/>
                    <a:pt x="114301" y="0"/>
                  </a:cubicBezTo>
                  <a:close/>
                </a:path>
              </a:pathLst>
            </a:custGeom>
            <a:blipFill>
              <a:blip r:embed="rId2">
                <a:alphaModFix amt="35000"/>
              </a:blip>
              <a:stretch>
                <a:fillRect t="-4088" b="-4042"/>
              </a:stretch>
            </a:blipFill>
            <a:ln w="7257">
              <a:noFill/>
              <a:prstDash val="solid"/>
            </a:ln>
            <a:effectLst>
              <a:outerShdw blurRad="50800" dist="38100" dir="2700000" algn="tl" rotWithShape="0">
                <a:schemeClr val="accent1">
                  <a:alpha val="10000"/>
                </a:scheme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Text 14"/>
            <p:cNvSpPr/>
            <p:nvPr/>
          </p:nvSpPr>
          <p:spPr>
            <a:xfrm>
              <a:off x="7243783" y="1479481"/>
              <a:ext cx="1188000" cy="216000"/>
            </a:xfrm>
            <a:prstGeom prst="rect">
              <a:avLst/>
            </a:prstGeom>
            <a:solidFill>
              <a:schemeClr val="accent1">
                <a:alpha val="45000"/>
              </a:schemeClr>
            </a:solidFill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+mn-ea"/>
                </a:rPr>
                <a:t>纸张印刷行业</a:t>
              </a:r>
              <a:endParaRPr lang="en-US" sz="12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9769816" y="1228797"/>
            <a:ext cx="1188000" cy="756000"/>
            <a:chOff x="8508492" y="2029959"/>
            <a:chExt cx="1188000" cy="756000"/>
          </a:xfrm>
        </p:grpSpPr>
        <p:sp>
          <p:nvSpPr>
            <p:cNvPr id="36" name="Shape 4"/>
            <p:cNvSpPr/>
            <p:nvPr/>
          </p:nvSpPr>
          <p:spPr>
            <a:xfrm>
              <a:off x="8508492" y="2029959"/>
              <a:ext cx="1188000" cy="756000"/>
            </a:xfrm>
            <a:custGeom>
              <a:avLst/>
              <a:gdLst/>
              <a:ahLst/>
              <a:cxnLst/>
              <a:rect l="l" t="t" r="r" b="b"/>
              <a:pathLst>
                <a:path w="3701143" h="2281918">
                  <a:moveTo>
                    <a:pt x="114301" y="0"/>
                  </a:moveTo>
                  <a:lnTo>
                    <a:pt x="3586842" y="0"/>
                  </a:lnTo>
                  <a:cubicBezTo>
                    <a:pt x="3649968" y="0"/>
                    <a:pt x="3701143" y="51174"/>
                    <a:pt x="3701143" y="114301"/>
                  </a:cubicBezTo>
                  <a:lnTo>
                    <a:pt x="3701143" y="2167617"/>
                  </a:lnTo>
                  <a:cubicBezTo>
                    <a:pt x="3701143" y="2230743"/>
                    <a:pt x="3649968" y="2281918"/>
                    <a:pt x="3586842" y="2281918"/>
                  </a:cubicBezTo>
                  <a:lnTo>
                    <a:pt x="114301" y="2281918"/>
                  </a:lnTo>
                  <a:cubicBezTo>
                    <a:pt x="51174" y="2281918"/>
                    <a:pt x="0" y="2230743"/>
                    <a:pt x="0" y="2167617"/>
                  </a:cubicBezTo>
                  <a:lnTo>
                    <a:pt x="0" y="114301"/>
                  </a:lnTo>
                  <a:cubicBezTo>
                    <a:pt x="0" y="51217"/>
                    <a:pt x="51217" y="0"/>
                    <a:pt x="114301" y="0"/>
                  </a:cubicBezTo>
                  <a:close/>
                </a:path>
              </a:pathLst>
            </a:custGeom>
            <a:blipFill>
              <a:blip r:embed="rId3">
                <a:alphaModFix amt="35000"/>
              </a:blip>
              <a:stretch>
                <a:fillRect t="-4088" b="-4042"/>
              </a:stretch>
            </a:blipFill>
            <a:ln w="7257">
              <a:noFill/>
              <a:prstDash val="solid"/>
            </a:ln>
            <a:effectLst>
              <a:outerShdw blurRad="50800" dist="38100" dir="2700000" algn="tl" rotWithShape="0">
                <a:schemeClr val="accent1">
                  <a:alpha val="10000"/>
                </a:scheme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Text 21"/>
            <p:cNvSpPr/>
            <p:nvPr/>
          </p:nvSpPr>
          <p:spPr>
            <a:xfrm>
              <a:off x="8508492" y="2299959"/>
              <a:ext cx="1188000" cy="216000"/>
            </a:xfrm>
            <a:prstGeom prst="rect">
              <a:avLst/>
            </a:prstGeom>
            <a:solidFill>
              <a:schemeClr val="accent1">
                <a:alpha val="45000"/>
              </a:schemeClr>
            </a:solidFill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+mn-ea"/>
                </a:rPr>
                <a:t>薄膜包装行业</a:t>
              </a:r>
              <a:endParaRPr lang="en-US" sz="12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7243783" y="2023180"/>
            <a:ext cx="1188000" cy="756000"/>
            <a:chOff x="7243783" y="2029959"/>
            <a:chExt cx="1188000" cy="756000"/>
          </a:xfrm>
        </p:grpSpPr>
        <p:sp>
          <p:nvSpPr>
            <p:cNvPr id="35" name="Shape 4"/>
            <p:cNvSpPr/>
            <p:nvPr/>
          </p:nvSpPr>
          <p:spPr>
            <a:xfrm>
              <a:off x="7243783" y="2029959"/>
              <a:ext cx="1188000" cy="756000"/>
            </a:xfrm>
            <a:custGeom>
              <a:avLst/>
              <a:gdLst/>
              <a:ahLst/>
              <a:cxnLst/>
              <a:rect l="l" t="t" r="r" b="b"/>
              <a:pathLst>
                <a:path w="3701143" h="2281918">
                  <a:moveTo>
                    <a:pt x="114301" y="0"/>
                  </a:moveTo>
                  <a:lnTo>
                    <a:pt x="3586842" y="0"/>
                  </a:lnTo>
                  <a:cubicBezTo>
                    <a:pt x="3649968" y="0"/>
                    <a:pt x="3701143" y="51174"/>
                    <a:pt x="3701143" y="114301"/>
                  </a:cubicBezTo>
                  <a:lnTo>
                    <a:pt x="3701143" y="2167617"/>
                  </a:lnTo>
                  <a:cubicBezTo>
                    <a:pt x="3701143" y="2230743"/>
                    <a:pt x="3649968" y="2281918"/>
                    <a:pt x="3586842" y="2281918"/>
                  </a:cubicBezTo>
                  <a:lnTo>
                    <a:pt x="114301" y="2281918"/>
                  </a:lnTo>
                  <a:cubicBezTo>
                    <a:pt x="51174" y="2281918"/>
                    <a:pt x="0" y="2230743"/>
                    <a:pt x="0" y="2167617"/>
                  </a:cubicBezTo>
                  <a:lnTo>
                    <a:pt x="0" y="114301"/>
                  </a:lnTo>
                  <a:cubicBezTo>
                    <a:pt x="0" y="51217"/>
                    <a:pt x="51217" y="0"/>
                    <a:pt x="114301" y="0"/>
                  </a:cubicBezTo>
                  <a:close/>
                </a:path>
              </a:pathLst>
            </a:custGeom>
            <a:blipFill>
              <a:blip r:embed="rId4">
                <a:alphaModFix amt="35000"/>
              </a:blip>
              <a:stretch>
                <a:fillRect l="-5022" r="-4988"/>
              </a:stretch>
            </a:blipFill>
            <a:ln w="7257">
              <a:noFill/>
              <a:prstDash val="solid"/>
            </a:ln>
            <a:effectLst>
              <a:outerShdw blurRad="50800" dist="38100" dir="2700000" algn="tl" rotWithShape="0">
                <a:schemeClr val="accent1">
                  <a:alpha val="10000"/>
                </a:scheme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Text 28"/>
            <p:cNvSpPr/>
            <p:nvPr/>
          </p:nvSpPr>
          <p:spPr>
            <a:xfrm>
              <a:off x="7243783" y="2299959"/>
              <a:ext cx="1188000" cy="216000"/>
            </a:xfrm>
            <a:prstGeom prst="rect">
              <a:avLst/>
            </a:prstGeom>
            <a:solidFill>
              <a:schemeClr val="accent1">
                <a:alpha val="45000"/>
              </a:schemeClr>
            </a:solidFill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+mn-ea"/>
                </a:rPr>
                <a:t>纺织行业</a:t>
              </a:r>
              <a:endParaRPr lang="en-US" sz="12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8506799" y="2023180"/>
            <a:ext cx="1188000" cy="756000"/>
            <a:chOff x="9769816" y="2029959"/>
            <a:chExt cx="1188000" cy="756000"/>
          </a:xfrm>
        </p:grpSpPr>
        <p:sp>
          <p:nvSpPr>
            <p:cNvPr id="38" name="Shape 4"/>
            <p:cNvSpPr/>
            <p:nvPr/>
          </p:nvSpPr>
          <p:spPr>
            <a:xfrm>
              <a:off x="9769816" y="2029959"/>
              <a:ext cx="1188000" cy="756000"/>
            </a:xfrm>
            <a:custGeom>
              <a:avLst/>
              <a:gdLst/>
              <a:ahLst/>
              <a:cxnLst/>
              <a:rect l="l" t="t" r="r" b="b"/>
              <a:pathLst>
                <a:path w="3701143" h="2281918">
                  <a:moveTo>
                    <a:pt x="114301" y="0"/>
                  </a:moveTo>
                  <a:lnTo>
                    <a:pt x="3586842" y="0"/>
                  </a:lnTo>
                  <a:cubicBezTo>
                    <a:pt x="3649968" y="0"/>
                    <a:pt x="3701143" y="51174"/>
                    <a:pt x="3701143" y="114301"/>
                  </a:cubicBezTo>
                  <a:lnTo>
                    <a:pt x="3701143" y="2167617"/>
                  </a:lnTo>
                  <a:cubicBezTo>
                    <a:pt x="3701143" y="2230743"/>
                    <a:pt x="3649968" y="2281918"/>
                    <a:pt x="3586842" y="2281918"/>
                  </a:cubicBezTo>
                  <a:lnTo>
                    <a:pt x="114301" y="2281918"/>
                  </a:lnTo>
                  <a:cubicBezTo>
                    <a:pt x="51174" y="2281918"/>
                    <a:pt x="0" y="2230743"/>
                    <a:pt x="0" y="2167617"/>
                  </a:cubicBezTo>
                  <a:lnTo>
                    <a:pt x="0" y="114301"/>
                  </a:lnTo>
                  <a:cubicBezTo>
                    <a:pt x="0" y="51217"/>
                    <a:pt x="51217" y="0"/>
                    <a:pt x="114301" y="0"/>
                  </a:cubicBezTo>
                  <a:close/>
                </a:path>
              </a:pathLst>
            </a:custGeom>
            <a:blipFill>
              <a:blip r:embed="rId5">
                <a:alphaModFix amt="50000"/>
              </a:blip>
              <a:stretch>
                <a:fillRect t="-4088" b="-4042"/>
              </a:stretch>
            </a:blipFill>
            <a:ln w="7257">
              <a:noFill/>
              <a:prstDash val="solid"/>
            </a:ln>
            <a:effectLst>
              <a:outerShdw blurRad="50800" dist="38100" dir="2700000" algn="tl" rotWithShape="0">
                <a:schemeClr val="accent1">
                  <a:alpha val="10000"/>
                </a:scheme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Text 35"/>
            <p:cNvSpPr/>
            <p:nvPr/>
          </p:nvSpPr>
          <p:spPr>
            <a:xfrm>
              <a:off x="9769816" y="2299959"/>
              <a:ext cx="1188000" cy="216000"/>
            </a:xfrm>
            <a:prstGeom prst="rect">
              <a:avLst/>
            </a:prstGeom>
            <a:solidFill>
              <a:schemeClr val="accent1">
                <a:alpha val="45000"/>
              </a:schemeClr>
            </a:solidFill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+mn-ea"/>
                </a:rPr>
                <a:t>建材行业</a:t>
              </a:r>
              <a:endParaRPr lang="en-US" sz="12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9769816" y="2023180"/>
            <a:ext cx="1188000" cy="756000"/>
            <a:chOff x="8507465" y="1209481"/>
            <a:chExt cx="1188000" cy="756000"/>
          </a:xfrm>
        </p:grpSpPr>
        <p:sp>
          <p:nvSpPr>
            <p:cNvPr id="34" name="Shape 4"/>
            <p:cNvSpPr/>
            <p:nvPr/>
          </p:nvSpPr>
          <p:spPr>
            <a:xfrm>
              <a:off x="8507465" y="1209481"/>
              <a:ext cx="1188000" cy="756000"/>
            </a:xfrm>
            <a:custGeom>
              <a:avLst/>
              <a:gdLst/>
              <a:ahLst/>
              <a:cxnLst/>
              <a:rect l="l" t="t" r="r" b="b"/>
              <a:pathLst>
                <a:path w="3701143" h="2281918">
                  <a:moveTo>
                    <a:pt x="114301" y="0"/>
                  </a:moveTo>
                  <a:lnTo>
                    <a:pt x="3586842" y="0"/>
                  </a:lnTo>
                  <a:cubicBezTo>
                    <a:pt x="3649968" y="0"/>
                    <a:pt x="3701143" y="51174"/>
                    <a:pt x="3701143" y="114301"/>
                  </a:cubicBezTo>
                  <a:lnTo>
                    <a:pt x="3701143" y="2167617"/>
                  </a:lnTo>
                  <a:cubicBezTo>
                    <a:pt x="3701143" y="2230743"/>
                    <a:pt x="3649968" y="2281918"/>
                    <a:pt x="3586842" y="2281918"/>
                  </a:cubicBezTo>
                  <a:lnTo>
                    <a:pt x="114301" y="2281918"/>
                  </a:lnTo>
                  <a:cubicBezTo>
                    <a:pt x="51174" y="2281918"/>
                    <a:pt x="0" y="2230743"/>
                    <a:pt x="0" y="2167617"/>
                  </a:cubicBezTo>
                  <a:lnTo>
                    <a:pt x="0" y="114301"/>
                  </a:lnTo>
                  <a:cubicBezTo>
                    <a:pt x="0" y="51217"/>
                    <a:pt x="51217" y="0"/>
                    <a:pt x="114301" y="0"/>
                  </a:cubicBezTo>
                  <a:close/>
                </a:path>
              </a:pathLst>
            </a:custGeom>
            <a:blipFill>
              <a:blip r:embed="rId6">
                <a:alphaModFix amt="35000"/>
              </a:blip>
              <a:stretch>
                <a:fillRect t="-4088" b="-4042"/>
              </a:stretch>
            </a:blipFill>
            <a:ln w="7257">
              <a:noFill/>
              <a:prstDash val="solid"/>
            </a:ln>
            <a:effectLst>
              <a:outerShdw blurRad="50800" dist="38100" dir="2700000" algn="tl" rotWithShape="0">
                <a:schemeClr val="accent1">
                  <a:alpha val="10000"/>
                </a:scheme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Text 42"/>
            <p:cNvSpPr/>
            <p:nvPr/>
          </p:nvSpPr>
          <p:spPr>
            <a:xfrm>
              <a:off x="8507465" y="1479481"/>
              <a:ext cx="1188000" cy="216000"/>
            </a:xfrm>
            <a:prstGeom prst="rect">
              <a:avLst/>
            </a:prstGeom>
            <a:solidFill>
              <a:schemeClr val="accent1">
                <a:alpha val="45000"/>
              </a:schemeClr>
            </a:solidFill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+mn-ea"/>
                  <a:cs typeface="MiSans" pitchFamily="34" charset="-120"/>
                </a:rPr>
                <a:t>其他制造业</a:t>
              </a:r>
              <a:endParaRPr lang="en-US" sz="1400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95" name="矩形: 圆角 94"/>
          <p:cNvSpPr/>
          <p:nvPr/>
        </p:nvSpPr>
        <p:spPr>
          <a:xfrm>
            <a:off x="5451007" y="3087206"/>
            <a:ext cx="1319212" cy="931408"/>
          </a:xfrm>
          <a:prstGeom prst="roundRect">
            <a:avLst>
              <a:gd name="adj" fmla="val 13088"/>
            </a:avLst>
          </a:prstGeom>
          <a:solidFill>
            <a:schemeClr val="accent1">
              <a:alpha val="15000"/>
            </a:schemeClr>
          </a:solidFill>
          <a:ln w="12700" cap="rnd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/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" name="Icon2"/>
          <p:cNvSpPr/>
          <p:nvPr/>
        </p:nvSpPr>
        <p:spPr>
          <a:xfrm>
            <a:off x="5758202" y="3213825"/>
            <a:ext cx="704822" cy="678168"/>
          </a:xfrm>
          <a:custGeom>
            <a:avLst/>
            <a:gdLst>
              <a:gd name="T0" fmla="*/ 2891 w 3900"/>
              <a:gd name="T1" fmla="*/ 2284 h 3758"/>
              <a:gd name="T2" fmla="*/ 2732 w 3900"/>
              <a:gd name="T3" fmla="*/ 1702 h 3758"/>
              <a:gd name="T4" fmla="*/ 3059 w 3900"/>
              <a:gd name="T5" fmla="*/ 1530 h 3758"/>
              <a:gd name="T6" fmla="*/ 2822 w 3900"/>
              <a:gd name="T7" fmla="*/ 1323 h 3758"/>
              <a:gd name="T8" fmla="*/ 2439 w 3900"/>
              <a:gd name="T9" fmla="*/ 1052 h 3758"/>
              <a:gd name="T10" fmla="*/ 2890 w 3900"/>
              <a:gd name="T11" fmla="*/ 399 h 3758"/>
              <a:gd name="T12" fmla="*/ 1242 w 3900"/>
              <a:gd name="T13" fmla="*/ 55 h 3758"/>
              <a:gd name="T14" fmla="*/ 791 w 3900"/>
              <a:gd name="T15" fmla="*/ 709 h 3758"/>
              <a:gd name="T16" fmla="*/ 1739 w 3900"/>
              <a:gd name="T17" fmla="*/ 1009 h 3758"/>
              <a:gd name="T18" fmla="*/ 2442 w 3900"/>
              <a:gd name="T19" fmla="*/ 1443 h 3758"/>
              <a:gd name="T20" fmla="*/ 793 w 3900"/>
              <a:gd name="T21" fmla="*/ 1636 h 3758"/>
              <a:gd name="T22" fmla="*/ 793 w 3900"/>
              <a:gd name="T23" fmla="*/ 2054 h 3758"/>
              <a:gd name="T24" fmla="*/ 1803 w 3900"/>
              <a:gd name="T25" fmla="*/ 2284 h 3758"/>
              <a:gd name="T26" fmla="*/ 0 w 3900"/>
              <a:gd name="T27" fmla="*/ 3021 h 3758"/>
              <a:gd name="T28" fmla="*/ 3163 w 3900"/>
              <a:gd name="T29" fmla="*/ 3758 h 3758"/>
              <a:gd name="T30" fmla="*/ 3163 w 3900"/>
              <a:gd name="T31" fmla="*/ 2284 h 3758"/>
              <a:gd name="T32" fmla="*/ 2525 w 3900"/>
              <a:gd name="T33" fmla="*/ 554 h 3758"/>
              <a:gd name="T34" fmla="*/ 1998 w 3900"/>
              <a:gd name="T35" fmla="*/ 554 h 3758"/>
              <a:gd name="T36" fmla="*/ 1420 w 3900"/>
              <a:gd name="T37" fmla="*/ 817 h 3758"/>
              <a:gd name="T38" fmla="*/ 1420 w 3900"/>
              <a:gd name="T39" fmla="*/ 290 h 3758"/>
              <a:gd name="T40" fmla="*/ 1420 w 3900"/>
              <a:gd name="T41" fmla="*/ 817 h 3758"/>
              <a:gd name="T42" fmla="*/ 2759 w 3900"/>
              <a:gd name="T43" fmla="*/ 1530 h 3758"/>
              <a:gd name="T44" fmla="*/ 2941 w 3900"/>
              <a:gd name="T45" fmla="*/ 1530 h 3758"/>
              <a:gd name="T46" fmla="*/ 702 w 3900"/>
              <a:gd name="T47" fmla="*/ 1845 h 3758"/>
              <a:gd name="T48" fmla="*/ 884 w 3900"/>
              <a:gd name="T49" fmla="*/ 1845 h 3758"/>
              <a:gd name="T50" fmla="*/ 702 w 3900"/>
              <a:gd name="T51" fmla="*/ 1845 h 3758"/>
              <a:gd name="T52" fmla="*/ 962 w 3900"/>
              <a:gd name="T53" fmla="*/ 2993 h 3758"/>
              <a:gd name="T54" fmla="*/ 794 w 3900"/>
              <a:gd name="T55" fmla="*/ 3285 h 3758"/>
              <a:gd name="T56" fmla="*/ 667 w 3900"/>
              <a:gd name="T57" fmla="*/ 3376 h 3758"/>
              <a:gd name="T58" fmla="*/ 540 w 3900"/>
              <a:gd name="T59" fmla="*/ 3285 h 3758"/>
              <a:gd name="T60" fmla="*/ 371 w 3900"/>
              <a:gd name="T61" fmla="*/ 2993 h 3758"/>
              <a:gd name="T62" fmla="*/ 312 w 3900"/>
              <a:gd name="T63" fmla="*/ 3021 h 3758"/>
              <a:gd name="T64" fmla="*/ 498 w 3900"/>
              <a:gd name="T65" fmla="*/ 2773 h 3758"/>
              <a:gd name="T66" fmla="*/ 835 w 3900"/>
              <a:gd name="T67" fmla="*/ 2773 h 3758"/>
              <a:gd name="T68" fmla="*/ 1022 w 3900"/>
              <a:gd name="T69" fmla="*/ 3021 h 3758"/>
              <a:gd name="T70" fmla="*/ 1172 w 3900"/>
              <a:gd name="T71" fmla="*/ 3021 h 3758"/>
              <a:gd name="T72" fmla="*/ 1697 w 3900"/>
              <a:gd name="T73" fmla="*/ 2584 h 3758"/>
              <a:gd name="T74" fmla="*/ 1697 w 3900"/>
              <a:gd name="T75" fmla="*/ 3458 h 3758"/>
              <a:gd name="T76" fmla="*/ 1172 w 3900"/>
              <a:gd name="T77" fmla="*/ 3021 h 3758"/>
              <a:gd name="T78" fmla="*/ 2245 w 3900"/>
              <a:gd name="T79" fmla="*/ 2993 h 3758"/>
              <a:gd name="T80" fmla="*/ 2077 w 3900"/>
              <a:gd name="T81" fmla="*/ 3285 h 3758"/>
              <a:gd name="T82" fmla="*/ 1950 w 3900"/>
              <a:gd name="T83" fmla="*/ 3376 h 3758"/>
              <a:gd name="T84" fmla="*/ 1823 w 3900"/>
              <a:gd name="T85" fmla="*/ 3285 h 3758"/>
              <a:gd name="T86" fmla="*/ 1655 w 3900"/>
              <a:gd name="T87" fmla="*/ 2993 h 3758"/>
              <a:gd name="T88" fmla="*/ 1595 w 3900"/>
              <a:gd name="T89" fmla="*/ 3021 h 3758"/>
              <a:gd name="T90" fmla="*/ 1782 w 3900"/>
              <a:gd name="T91" fmla="*/ 2773 h 3758"/>
              <a:gd name="T92" fmla="*/ 2118 w 3900"/>
              <a:gd name="T93" fmla="*/ 2773 h 3758"/>
              <a:gd name="T94" fmla="*/ 2305 w 3900"/>
              <a:gd name="T95" fmla="*/ 3021 h 3758"/>
              <a:gd name="T96" fmla="*/ 2455 w 3900"/>
              <a:gd name="T97" fmla="*/ 3021 h 3758"/>
              <a:gd name="T98" fmla="*/ 2869 w 3900"/>
              <a:gd name="T99" fmla="*/ 2584 h 3758"/>
              <a:gd name="T100" fmla="*/ 2871 w 3900"/>
              <a:gd name="T101" fmla="*/ 2584 h 3758"/>
              <a:gd name="T102" fmla="*/ 2728 w 3900"/>
              <a:gd name="T103" fmla="*/ 3021 h 3758"/>
              <a:gd name="T104" fmla="*/ 2203 w 3900"/>
              <a:gd name="T105" fmla="*/ 3458 h 3758"/>
              <a:gd name="T106" fmla="*/ 3168 w 3900"/>
              <a:gd name="T107" fmla="*/ 3055 h 3758"/>
              <a:gd name="T108" fmla="*/ 2880 w 3900"/>
              <a:gd name="T109" fmla="*/ 3050 h 3758"/>
              <a:gd name="T110" fmla="*/ 3082 w 3900"/>
              <a:gd name="T111" fmla="*/ 2700 h 3758"/>
              <a:gd name="T112" fmla="*/ 3233 w 3900"/>
              <a:gd name="T113" fmla="*/ 2942 h 3758"/>
              <a:gd name="T114" fmla="*/ 3385 w 3900"/>
              <a:gd name="T115" fmla="*/ 2700 h 3758"/>
              <a:gd name="T116" fmla="*/ 3587 w 3900"/>
              <a:gd name="T117" fmla="*/ 3050 h 3758"/>
              <a:gd name="T118" fmla="*/ 3299 w 3900"/>
              <a:gd name="T119" fmla="*/ 3055 h 3758"/>
              <a:gd name="T120" fmla="*/ 3444 w 3900"/>
              <a:gd name="T121" fmla="*/ 3307 h 3758"/>
              <a:gd name="T122" fmla="*/ 3023 w 3900"/>
              <a:gd name="T123" fmla="*/ 3307 h 3758"/>
              <a:gd name="T124" fmla="*/ 3168 w 3900"/>
              <a:gd name="T125" fmla="*/ 3055 h 37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900" h="3758">
                <a:moveTo>
                  <a:pt x="3163" y="2284"/>
                </a:moveTo>
                <a:lnTo>
                  <a:pt x="2891" y="2284"/>
                </a:lnTo>
                <a:lnTo>
                  <a:pt x="1511" y="1888"/>
                </a:lnTo>
                <a:lnTo>
                  <a:pt x="2732" y="1702"/>
                </a:lnTo>
                <a:cubicBezTo>
                  <a:pt x="2765" y="1725"/>
                  <a:pt x="2806" y="1739"/>
                  <a:pt x="2850" y="1739"/>
                </a:cubicBezTo>
                <a:cubicBezTo>
                  <a:pt x="2965" y="1739"/>
                  <a:pt x="3059" y="1645"/>
                  <a:pt x="3059" y="1530"/>
                </a:cubicBezTo>
                <a:cubicBezTo>
                  <a:pt x="3059" y="1415"/>
                  <a:pt x="2965" y="1321"/>
                  <a:pt x="2850" y="1321"/>
                </a:cubicBezTo>
                <a:cubicBezTo>
                  <a:pt x="2840" y="1321"/>
                  <a:pt x="2831" y="1322"/>
                  <a:pt x="2822" y="1323"/>
                </a:cubicBezTo>
                <a:lnTo>
                  <a:pt x="2361" y="1042"/>
                </a:lnTo>
                <a:cubicBezTo>
                  <a:pt x="2387" y="1045"/>
                  <a:pt x="2413" y="1049"/>
                  <a:pt x="2439" y="1052"/>
                </a:cubicBezTo>
                <a:cubicBezTo>
                  <a:pt x="2675" y="1107"/>
                  <a:pt x="2897" y="962"/>
                  <a:pt x="2890" y="709"/>
                </a:cubicBezTo>
                <a:lnTo>
                  <a:pt x="2890" y="399"/>
                </a:lnTo>
                <a:cubicBezTo>
                  <a:pt x="2897" y="145"/>
                  <a:pt x="2675" y="0"/>
                  <a:pt x="2439" y="55"/>
                </a:cubicBezTo>
                <a:cubicBezTo>
                  <a:pt x="2031" y="114"/>
                  <a:pt x="1650" y="114"/>
                  <a:pt x="1242" y="55"/>
                </a:cubicBezTo>
                <a:cubicBezTo>
                  <a:pt x="1007" y="0"/>
                  <a:pt x="785" y="145"/>
                  <a:pt x="791" y="399"/>
                </a:cubicBezTo>
                <a:lnTo>
                  <a:pt x="791" y="709"/>
                </a:lnTo>
                <a:cubicBezTo>
                  <a:pt x="785" y="963"/>
                  <a:pt x="1007" y="1107"/>
                  <a:pt x="1242" y="1052"/>
                </a:cubicBezTo>
                <a:cubicBezTo>
                  <a:pt x="1411" y="1028"/>
                  <a:pt x="1576" y="1014"/>
                  <a:pt x="1739" y="1009"/>
                </a:cubicBezTo>
                <a:cubicBezTo>
                  <a:pt x="1746" y="1016"/>
                  <a:pt x="1754" y="1022"/>
                  <a:pt x="1762" y="1027"/>
                </a:cubicBezTo>
                <a:lnTo>
                  <a:pt x="2442" y="1443"/>
                </a:lnTo>
                <a:lnTo>
                  <a:pt x="915" y="1676"/>
                </a:lnTo>
                <a:cubicBezTo>
                  <a:pt x="881" y="1651"/>
                  <a:pt x="839" y="1636"/>
                  <a:pt x="793" y="1636"/>
                </a:cubicBezTo>
                <a:cubicBezTo>
                  <a:pt x="678" y="1636"/>
                  <a:pt x="584" y="1730"/>
                  <a:pt x="584" y="1845"/>
                </a:cubicBezTo>
                <a:cubicBezTo>
                  <a:pt x="584" y="1960"/>
                  <a:pt x="678" y="2054"/>
                  <a:pt x="793" y="2054"/>
                </a:cubicBezTo>
                <a:cubicBezTo>
                  <a:pt x="831" y="2054"/>
                  <a:pt x="867" y="2043"/>
                  <a:pt x="898" y="2025"/>
                </a:cubicBezTo>
                <a:lnTo>
                  <a:pt x="1803" y="2284"/>
                </a:lnTo>
                <a:lnTo>
                  <a:pt x="737" y="2284"/>
                </a:lnTo>
                <a:cubicBezTo>
                  <a:pt x="331" y="2284"/>
                  <a:pt x="0" y="2615"/>
                  <a:pt x="0" y="3021"/>
                </a:cubicBezTo>
                <a:cubicBezTo>
                  <a:pt x="0" y="3428"/>
                  <a:pt x="331" y="3758"/>
                  <a:pt x="737" y="3758"/>
                </a:cubicBezTo>
                <a:lnTo>
                  <a:pt x="3163" y="3758"/>
                </a:lnTo>
                <a:cubicBezTo>
                  <a:pt x="3569" y="3758"/>
                  <a:pt x="3900" y="3428"/>
                  <a:pt x="3900" y="3021"/>
                </a:cubicBezTo>
                <a:cubicBezTo>
                  <a:pt x="3900" y="2615"/>
                  <a:pt x="3569" y="2284"/>
                  <a:pt x="3163" y="2284"/>
                </a:cubicBezTo>
                <a:close/>
                <a:moveTo>
                  <a:pt x="2261" y="290"/>
                </a:moveTo>
                <a:cubicBezTo>
                  <a:pt x="2407" y="290"/>
                  <a:pt x="2525" y="408"/>
                  <a:pt x="2525" y="554"/>
                </a:cubicBezTo>
                <a:cubicBezTo>
                  <a:pt x="2525" y="699"/>
                  <a:pt x="2407" y="817"/>
                  <a:pt x="2261" y="817"/>
                </a:cubicBezTo>
                <a:cubicBezTo>
                  <a:pt x="2116" y="817"/>
                  <a:pt x="1998" y="699"/>
                  <a:pt x="1998" y="554"/>
                </a:cubicBezTo>
                <a:cubicBezTo>
                  <a:pt x="1998" y="408"/>
                  <a:pt x="2116" y="290"/>
                  <a:pt x="2261" y="290"/>
                </a:cubicBezTo>
                <a:close/>
                <a:moveTo>
                  <a:pt x="1420" y="817"/>
                </a:moveTo>
                <a:cubicBezTo>
                  <a:pt x="1274" y="817"/>
                  <a:pt x="1157" y="699"/>
                  <a:pt x="1157" y="554"/>
                </a:cubicBezTo>
                <a:cubicBezTo>
                  <a:pt x="1157" y="408"/>
                  <a:pt x="1274" y="290"/>
                  <a:pt x="1420" y="290"/>
                </a:cubicBezTo>
                <a:cubicBezTo>
                  <a:pt x="1566" y="290"/>
                  <a:pt x="1684" y="408"/>
                  <a:pt x="1684" y="554"/>
                </a:cubicBezTo>
                <a:cubicBezTo>
                  <a:pt x="1684" y="699"/>
                  <a:pt x="1566" y="817"/>
                  <a:pt x="1420" y="817"/>
                </a:cubicBezTo>
                <a:close/>
                <a:moveTo>
                  <a:pt x="2850" y="1621"/>
                </a:moveTo>
                <a:cubicBezTo>
                  <a:pt x="2800" y="1621"/>
                  <a:pt x="2759" y="1580"/>
                  <a:pt x="2759" y="1530"/>
                </a:cubicBezTo>
                <a:cubicBezTo>
                  <a:pt x="2759" y="1480"/>
                  <a:pt x="2800" y="1439"/>
                  <a:pt x="2850" y="1439"/>
                </a:cubicBezTo>
                <a:cubicBezTo>
                  <a:pt x="2900" y="1439"/>
                  <a:pt x="2941" y="1480"/>
                  <a:pt x="2941" y="1530"/>
                </a:cubicBezTo>
                <a:cubicBezTo>
                  <a:pt x="2941" y="1580"/>
                  <a:pt x="2900" y="1621"/>
                  <a:pt x="2850" y="1621"/>
                </a:cubicBezTo>
                <a:close/>
                <a:moveTo>
                  <a:pt x="702" y="1845"/>
                </a:moveTo>
                <a:cubicBezTo>
                  <a:pt x="702" y="1795"/>
                  <a:pt x="743" y="1754"/>
                  <a:pt x="793" y="1754"/>
                </a:cubicBezTo>
                <a:cubicBezTo>
                  <a:pt x="843" y="1754"/>
                  <a:pt x="884" y="1795"/>
                  <a:pt x="884" y="1845"/>
                </a:cubicBezTo>
                <a:cubicBezTo>
                  <a:pt x="884" y="1895"/>
                  <a:pt x="843" y="1936"/>
                  <a:pt x="793" y="1936"/>
                </a:cubicBezTo>
                <a:cubicBezTo>
                  <a:pt x="743" y="1936"/>
                  <a:pt x="702" y="1895"/>
                  <a:pt x="702" y="1845"/>
                </a:cubicBezTo>
                <a:close/>
                <a:moveTo>
                  <a:pt x="1020" y="3050"/>
                </a:moveTo>
                <a:cubicBezTo>
                  <a:pt x="1006" y="3027"/>
                  <a:pt x="987" y="3008"/>
                  <a:pt x="962" y="2993"/>
                </a:cubicBezTo>
                <a:cubicBezTo>
                  <a:pt x="881" y="2947"/>
                  <a:pt x="779" y="2975"/>
                  <a:pt x="732" y="3055"/>
                </a:cubicBezTo>
                <a:cubicBezTo>
                  <a:pt x="686" y="3135"/>
                  <a:pt x="713" y="3238"/>
                  <a:pt x="794" y="3285"/>
                </a:cubicBezTo>
                <a:cubicBezTo>
                  <a:pt x="820" y="3300"/>
                  <a:pt x="849" y="3307"/>
                  <a:pt x="877" y="3307"/>
                </a:cubicBezTo>
                <a:cubicBezTo>
                  <a:pt x="818" y="3351"/>
                  <a:pt x="745" y="3376"/>
                  <a:pt x="667" y="3376"/>
                </a:cubicBezTo>
                <a:cubicBezTo>
                  <a:pt x="588" y="3376"/>
                  <a:pt x="515" y="3351"/>
                  <a:pt x="456" y="3307"/>
                </a:cubicBezTo>
                <a:cubicBezTo>
                  <a:pt x="485" y="3307"/>
                  <a:pt x="513" y="3300"/>
                  <a:pt x="540" y="3285"/>
                </a:cubicBezTo>
                <a:cubicBezTo>
                  <a:pt x="620" y="3238"/>
                  <a:pt x="648" y="3135"/>
                  <a:pt x="601" y="3055"/>
                </a:cubicBezTo>
                <a:cubicBezTo>
                  <a:pt x="555" y="2975"/>
                  <a:pt x="452" y="2947"/>
                  <a:pt x="371" y="2993"/>
                </a:cubicBezTo>
                <a:cubicBezTo>
                  <a:pt x="347" y="3008"/>
                  <a:pt x="327" y="3027"/>
                  <a:pt x="313" y="3050"/>
                </a:cubicBezTo>
                <a:cubicBezTo>
                  <a:pt x="312" y="3040"/>
                  <a:pt x="312" y="3031"/>
                  <a:pt x="312" y="3021"/>
                </a:cubicBezTo>
                <a:cubicBezTo>
                  <a:pt x="312" y="2880"/>
                  <a:pt x="395" y="2757"/>
                  <a:pt x="515" y="2700"/>
                </a:cubicBezTo>
                <a:cubicBezTo>
                  <a:pt x="505" y="2722"/>
                  <a:pt x="498" y="2747"/>
                  <a:pt x="498" y="2773"/>
                </a:cubicBezTo>
                <a:cubicBezTo>
                  <a:pt x="498" y="2866"/>
                  <a:pt x="574" y="2942"/>
                  <a:pt x="667" y="2942"/>
                </a:cubicBezTo>
                <a:cubicBezTo>
                  <a:pt x="760" y="2942"/>
                  <a:pt x="835" y="2866"/>
                  <a:pt x="835" y="2773"/>
                </a:cubicBezTo>
                <a:cubicBezTo>
                  <a:pt x="835" y="2747"/>
                  <a:pt x="829" y="2722"/>
                  <a:pt x="818" y="2700"/>
                </a:cubicBezTo>
                <a:cubicBezTo>
                  <a:pt x="938" y="2757"/>
                  <a:pt x="1022" y="2880"/>
                  <a:pt x="1022" y="3021"/>
                </a:cubicBezTo>
                <a:cubicBezTo>
                  <a:pt x="1022" y="3031"/>
                  <a:pt x="1021" y="3040"/>
                  <a:pt x="1020" y="3050"/>
                </a:cubicBezTo>
                <a:close/>
                <a:moveTo>
                  <a:pt x="1172" y="3021"/>
                </a:moveTo>
                <a:cubicBezTo>
                  <a:pt x="1172" y="2835"/>
                  <a:pt x="1070" y="2672"/>
                  <a:pt x="919" y="2584"/>
                </a:cubicBezTo>
                <a:lnTo>
                  <a:pt x="1697" y="2584"/>
                </a:lnTo>
                <a:cubicBezTo>
                  <a:pt x="1547" y="2672"/>
                  <a:pt x="1445" y="2835"/>
                  <a:pt x="1445" y="3021"/>
                </a:cubicBezTo>
                <a:cubicBezTo>
                  <a:pt x="1445" y="3208"/>
                  <a:pt x="1547" y="3371"/>
                  <a:pt x="1697" y="3458"/>
                </a:cubicBezTo>
                <a:lnTo>
                  <a:pt x="919" y="3458"/>
                </a:lnTo>
                <a:cubicBezTo>
                  <a:pt x="1070" y="3371"/>
                  <a:pt x="1172" y="3208"/>
                  <a:pt x="1172" y="3021"/>
                </a:cubicBezTo>
                <a:close/>
                <a:moveTo>
                  <a:pt x="2304" y="3050"/>
                </a:moveTo>
                <a:cubicBezTo>
                  <a:pt x="2290" y="3027"/>
                  <a:pt x="2270" y="3008"/>
                  <a:pt x="2245" y="2993"/>
                </a:cubicBezTo>
                <a:cubicBezTo>
                  <a:pt x="2165" y="2947"/>
                  <a:pt x="2062" y="2975"/>
                  <a:pt x="2016" y="3055"/>
                </a:cubicBezTo>
                <a:cubicBezTo>
                  <a:pt x="1969" y="3135"/>
                  <a:pt x="1997" y="3238"/>
                  <a:pt x="2077" y="3285"/>
                </a:cubicBezTo>
                <a:cubicBezTo>
                  <a:pt x="2103" y="3300"/>
                  <a:pt x="2132" y="3307"/>
                  <a:pt x="2160" y="3307"/>
                </a:cubicBezTo>
                <a:cubicBezTo>
                  <a:pt x="2101" y="3351"/>
                  <a:pt x="2029" y="3376"/>
                  <a:pt x="1950" y="3376"/>
                </a:cubicBezTo>
                <a:cubicBezTo>
                  <a:pt x="1871" y="3376"/>
                  <a:pt x="1799" y="3351"/>
                  <a:pt x="1740" y="3307"/>
                </a:cubicBezTo>
                <a:cubicBezTo>
                  <a:pt x="1768" y="3307"/>
                  <a:pt x="1797" y="3300"/>
                  <a:pt x="1823" y="3285"/>
                </a:cubicBezTo>
                <a:cubicBezTo>
                  <a:pt x="1903" y="3238"/>
                  <a:pt x="1931" y="3135"/>
                  <a:pt x="1884" y="3055"/>
                </a:cubicBezTo>
                <a:cubicBezTo>
                  <a:pt x="1838" y="2975"/>
                  <a:pt x="1735" y="2947"/>
                  <a:pt x="1655" y="2993"/>
                </a:cubicBezTo>
                <a:cubicBezTo>
                  <a:pt x="1630" y="3008"/>
                  <a:pt x="1610" y="3027"/>
                  <a:pt x="1596" y="3050"/>
                </a:cubicBezTo>
                <a:cubicBezTo>
                  <a:pt x="1596" y="3040"/>
                  <a:pt x="1595" y="3031"/>
                  <a:pt x="1595" y="3021"/>
                </a:cubicBezTo>
                <a:cubicBezTo>
                  <a:pt x="1595" y="2880"/>
                  <a:pt x="1678" y="2757"/>
                  <a:pt x="1799" y="2700"/>
                </a:cubicBezTo>
                <a:cubicBezTo>
                  <a:pt x="1788" y="2722"/>
                  <a:pt x="1782" y="2747"/>
                  <a:pt x="1782" y="2773"/>
                </a:cubicBezTo>
                <a:cubicBezTo>
                  <a:pt x="1782" y="2866"/>
                  <a:pt x="1857" y="2942"/>
                  <a:pt x="1950" y="2942"/>
                </a:cubicBezTo>
                <a:cubicBezTo>
                  <a:pt x="2043" y="2942"/>
                  <a:pt x="2118" y="2866"/>
                  <a:pt x="2118" y="2773"/>
                </a:cubicBezTo>
                <a:cubicBezTo>
                  <a:pt x="2118" y="2747"/>
                  <a:pt x="2112" y="2722"/>
                  <a:pt x="2101" y="2700"/>
                </a:cubicBezTo>
                <a:cubicBezTo>
                  <a:pt x="2222" y="2757"/>
                  <a:pt x="2305" y="2880"/>
                  <a:pt x="2305" y="3021"/>
                </a:cubicBezTo>
                <a:cubicBezTo>
                  <a:pt x="2305" y="3031"/>
                  <a:pt x="2305" y="3040"/>
                  <a:pt x="2304" y="3050"/>
                </a:cubicBezTo>
                <a:close/>
                <a:moveTo>
                  <a:pt x="2455" y="3021"/>
                </a:moveTo>
                <a:cubicBezTo>
                  <a:pt x="2455" y="2835"/>
                  <a:pt x="2353" y="2672"/>
                  <a:pt x="2203" y="2584"/>
                </a:cubicBezTo>
                <a:lnTo>
                  <a:pt x="2869" y="2584"/>
                </a:lnTo>
                <a:cubicBezTo>
                  <a:pt x="2869" y="2584"/>
                  <a:pt x="2870" y="2584"/>
                  <a:pt x="2870" y="2584"/>
                </a:cubicBezTo>
                <a:cubicBezTo>
                  <a:pt x="2870" y="2584"/>
                  <a:pt x="2871" y="2584"/>
                  <a:pt x="2871" y="2584"/>
                </a:cubicBezTo>
                <a:lnTo>
                  <a:pt x="2981" y="2584"/>
                </a:lnTo>
                <a:cubicBezTo>
                  <a:pt x="2830" y="2672"/>
                  <a:pt x="2728" y="2835"/>
                  <a:pt x="2728" y="3021"/>
                </a:cubicBezTo>
                <a:cubicBezTo>
                  <a:pt x="2728" y="3208"/>
                  <a:pt x="2830" y="3371"/>
                  <a:pt x="2981" y="3458"/>
                </a:cubicBezTo>
                <a:lnTo>
                  <a:pt x="2203" y="3458"/>
                </a:lnTo>
                <a:cubicBezTo>
                  <a:pt x="2353" y="3371"/>
                  <a:pt x="2455" y="3208"/>
                  <a:pt x="2455" y="3021"/>
                </a:cubicBezTo>
                <a:close/>
                <a:moveTo>
                  <a:pt x="3168" y="3055"/>
                </a:moveTo>
                <a:cubicBezTo>
                  <a:pt x="3121" y="2975"/>
                  <a:pt x="3019" y="2947"/>
                  <a:pt x="2938" y="2993"/>
                </a:cubicBezTo>
                <a:cubicBezTo>
                  <a:pt x="2913" y="3008"/>
                  <a:pt x="2894" y="3027"/>
                  <a:pt x="2880" y="3050"/>
                </a:cubicBezTo>
                <a:cubicBezTo>
                  <a:pt x="2879" y="3040"/>
                  <a:pt x="2878" y="3031"/>
                  <a:pt x="2878" y="3021"/>
                </a:cubicBezTo>
                <a:cubicBezTo>
                  <a:pt x="2878" y="2880"/>
                  <a:pt x="2962" y="2757"/>
                  <a:pt x="3082" y="2700"/>
                </a:cubicBezTo>
                <a:cubicBezTo>
                  <a:pt x="3071" y="2722"/>
                  <a:pt x="3065" y="2747"/>
                  <a:pt x="3065" y="2773"/>
                </a:cubicBezTo>
                <a:cubicBezTo>
                  <a:pt x="3065" y="2866"/>
                  <a:pt x="3140" y="2942"/>
                  <a:pt x="3233" y="2942"/>
                </a:cubicBezTo>
                <a:cubicBezTo>
                  <a:pt x="3326" y="2942"/>
                  <a:pt x="3402" y="2866"/>
                  <a:pt x="3402" y="2773"/>
                </a:cubicBezTo>
                <a:cubicBezTo>
                  <a:pt x="3402" y="2747"/>
                  <a:pt x="3395" y="2722"/>
                  <a:pt x="3385" y="2700"/>
                </a:cubicBezTo>
                <a:cubicBezTo>
                  <a:pt x="3505" y="2757"/>
                  <a:pt x="3588" y="2880"/>
                  <a:pt x="3588" y="3021"/>
                </a:cubicBezTo>
                <a:cubicBezTo>
                  <a:pt x="3588" y="3031"/>
                  <a:pt x="3588" y="3040"/>
                  <a:pt x="3587" y="3050"/>
                </a:cubicBezTo>
                <a:cubicBezTo>
                  <a:pt x="3573" y="3027"/>
                  <a:pt x="3553" y="3008"/>
                  <a:pt x="3529" y="2993"/>
                </a:cubicBezTo>
                <a:cubicBezTo>
                  <a:pt x="3448" y="2947"/>
                  <a:pt x="3345" y="2975"/>
                  <a:pt x="3299" y="3055"/>
                </a:cubicBezTo>
                <a:cubicBezTo>
                  <a:pt x="3252" y="3135"/>
                  <a:pt x="3280" y="3238"/>
                  <a:pt x="3360" y="3285"/>
                </a:cubicBezTo>
                <a:cubicBezTo>
                  <a:pt x="3387" y="3300"/>
                  <a:pt x="3415" y="3307"/>
                  <a:pt x="3444" y="3307"/>
                </a:cubicBezTo>
                <a:cubicBezTo>
                  <a:pt x="3385" y="3351"/>
                  <a:pt x="3312" y="3376"/>
                  <a:pt x="3233" y="3376"/>
                </a:cubicBezTo>
                <a:cubicBezTo>
                  <a:pt x="3155" y="3376"/>
                  <a:pt x="3082" y="3351"/>
                  <a:pt x="3023" y="3307"/>
                </a:cubicBezTo>
                <a:cubicBezTo>
                  <a:pt x="3051" y="3307"/>
                  <a:pt x="3080" y="3300"/>
                  <a:pt x="3106" y="3285"/>
                </a:cubicBezTo>
                <a:cubicBezTo>
                  <a:pt x="3187" y="3238"/>
                  <a:pt x="3214" y="3135"/>
                  <a:pt x="3168" y="305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0000">
                <a:schemeClr val="accent1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/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5" name="矩形: 圆角 84"/>
          <p:cNvSpPr/>
          <p:nvPr/>
        </p:nvSpPr>
        <p:spPr>
          <a:xfrm>
            <a:off x="8767153" y="3087206"/>
            <a:ext cx="1319212" cy="931408"/>
          </a:xfrm>
          <a:prstGeom prst="roundRect">
            <a:avLst>
              <a:gd name="adj" fmla="val 13088"/>
            </a:avLst>
          </a:prstGeom>
          <a:solidFill>
            <a:schemeClr val="accent1">
              <a:alpha val="15000"/>
            </a:schemeClr>
          </a:solidFill>
          <a:ln w="12700" cap="rnd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Icon3"/>
          <p:cNvSpPr/>
          <p:nvPr/>
        </p:nvSpPr>
        <p:spPr>
          <a:xfrm>
            <a:off x="9169462" y="3221952"/>
            <a:ext cx="514593" cy="661916"/>
          </a:xfrm>
          <a:custGeom>
            <a:avLst/>
            <a:gdLst>
              <a:gd name="connsiteX0" fmla="*/ 191471 w 455802"/>
              <a:gd name="connsiteY0" fmla="*/ 469570 h 586292"/>
              <a:gd name="connsiteX1" fmla="*/ 206640 w 455802"/>
              <a:gd name="connsiteY1" fmla="*/ 513554 h 586292"/>
              <a:gd name="connsiteX2" fmla="*/ 176302 w 455802"/>
              <a:gd name="connsiteY2" fmla="*/ 513554 h 586292"/>
              <a:gd name="connsiteX3" fmla="*/ 256768 w 455802"/>
              <a:gd name="connsiteY3" fmla="*/ 444447 h 586292"/>
              <a:gd name="connsiteX4" fmla="*/ 256768 w 455802"/>
              <a:gd name="connsiteY4" fmla="*/ 546090 h 586292"/>
              <a:gd name="connsiteX5" fmla="*/ 273481 w 455802"/>
              <a:gd name="connsiteY5" fmla="*/ 546090 h 586292"/>
              <a:gd name="connsiteX6" fmla="*/ 273481 w 455802"/>
              <a:gd name="connsiteY6" fmla="*/ 444447 h 586292"/>
              <a:gd name="connsiteX7" fmla="*/ 183080 w 455802"/>
              <a:gd name="connsiteY7" fmla="*/ 444447 h 586292"/>
              <a:gd name="connsiteX8" fmla="*/ 147376 w 455802"/>
              <a:gd name="connsiteY8" fmla="*/ 546090 h 586292"/>
              <a:gd name="connsiteX9" fmla="*/ 164848 w 455802"/>
              <a:gd name="connsiteY9" fmla="*/ 546090 h 586292"/>
              <a:gd name="connsiteX10" fmla="*/ 172445 w 455802"/>
              <a:gd name="connsiteY10" fmla="*/ 524851 h 586292"/>
              <a:gd name="connsiteX11" fmla="*/ 210429 w 455802"/>
              <a:gd name="connsiteY11" fmla="*/ 524851 h 586292"/>
              <a:gd name="connsiteX12" fmla="*/ 218025 w 455802"/>
              <a:gd name="connsiteY12" fmla="*/ 546090 h 586292"/>
              <a:gd name="connsiteX13" fmla="*/ 234738 w 455802"/>
              <a:gd name="connsiteY13" fmla="*/ 546090 h 586292"/>
              <a:gd name="connsiteX14" fmla="*/ 199793 w 455802"/>
              <a:gd name="connsiteY14" fmla="*/ 444447 h 586292"/>
              <a:gd name="connsiteX15" fmla="*/ 0 w 455802"/>
              <a:gd name="connsiteY15" fmla="*/ 414864 h 586292"/>
              <a:gd name="connsiteX16" fmla="*/ 455802 w 455802"/>
              <a:gd name="connsiteY16" fmla="*/ 414864 h 586292"/>
              <a:gd name="connsiteX17" fmla="*/ 455802 w 455802"/>
              <a:gd name="connsiteY17" fmla="*/ 566570 h 586292"/>
              <a:gd name="connsiteX18" fmla="*/ 430733 w 455802"/>
              <a:gd name="connsiteY18" fmla="*/ 586292 h 586292"/>
              <a:gd name="connsiteX19" fmla="*/ 25069 w 455802"/>
              <a:gd name="connsiteY19" fmla="*/ 586292 h 586292"/>
              <a:gd name="connsiteX20" fmla="*/ 0 w 455802"/>
              <a:gd name="connsiteY20" fmla="*/ 566570 h 586292"/>
              <a:gd name="connsiteX21" fmla="*/ 316877 w 455802"/>
              <a:gd name="connsiteY21" fmla="*/ 29390 h 586292"/>
              <a:gd name="connsiteX22" fmla="*/ 313744 w 455802"/>
              <a:gd name="connsiteY22" fmla="*/ 34130 h 586292"/>
              <a:gd name="connsiteX23" fmla="*/ 313744 w 455802"/>
              <a:gd name="connsiteY23" fmla="*/ 121352 h 586292"/>
              <a:gd name="connsiteX24" fmla="*/ 313744 w 455802"/>
              <a:gd name="connsiteY24" fmla="*/ 125903 h 586292"/>
              <a:gd name="connsiteX25" fmla="*/ 247652 w 455802"/>
              <a:gd name="connsiteY25" fmla="*/ 191130 h 586292"/>
              <a:gd name="connsiteX26" fmla="*/ 222583 w 455802"/>
              <a:gd name="connsiteY26" fmla="*/ 182028 h 586292"/>
              <a:gd name="connsiteX27" fmla="*/ 183840 w 455802"/>
              <a:gd name="connsiteY27" fmla="*/ 212367 h 586292"/>
              <a:gd name="connsiteX28" fmla="*/ 151934 w 455802"/>
              <a:gd name="connsiteY28" fmla="*/ 212367 h 586292"/>
              <a:gd name="connsiteX29" fmla="*/ 151934 w 455802"/>
              <a:gd name="connsiteY29" fmla="*/ 191888 h 586292"/>
              <a:gd name="connsiteX30" fmla="*/ 91160 w 455802"/>
              <a:gd name="connsiteY30" fmla="*/ 191888 h 586292"/>
              <a:gd name="connsiteX31" fmla="*/ 91160 w 455802"/>
              <a:gd name="connsiteY31" fmla="*/ 252564 h 586292"/>
              <a:gd name="connsiteX32" fmla="*/ 151934 w 455802"/>
              <a:gd name="connsiteY32" fmla="*/ 252564 h 586292"/>
              <a:gd name="connsiteX33" fmla="*/ 151934 w 455802"/>
              <a:gd name="connsiteY33" fmla="*/ 232845 h 586292"/>
              <a:gd name="connsiteX34" fmla="*/ 181561 w 455802"/>
              <a:gd name="connsiteY34" fmla="*/ 232845 h 586292"/>
              <a:gd name="connsiteX35" fmla="*/ 136741 w 455802"/>
              <a:gd name="connsiteY35" fmla="*/ 295038 h 586292"/>
              <a:gd name="connsiteX36" fmla="*/ 101036 w 455802"/>
              <a:gd name="connsiteY36" fmla="*/ 273043 h 586292"/>
              <a:gd name="connsiteX37" fmla="*/ 60774 w 455802"/>
              <a:gd name="connsiteY37" fmla="*/ 313241 h 586292"/>
              <a:gd name="connsiteX38" fmla="*/ 101036 w 455802"/>
              <a:gd name="connsiteY38" fmla="*/ 354197 h 586292"/>
              <a:gd name="connsiteX39" fmla="*/ 141299 w 455802"/>
              <a:gd name="connsiteY39" fmla="*/ 315516 h 586292"/>
              <a:gd name="connsiteX40" fmla="*/ 197514 w 455802"/>
              <a:gd name="connsiteY40" fmla="*/ 254081 h 586292"/>
              <a:gd name="connsiteX41" fmla="*/ 222583 w 455802"/>
              <a:gd name="connsiteY41" fmla="*/ 263183 h 586292"/>
              <a:gd name="connsiteX42" fmla="*/ 261326 w 455802"/>
              <a:gd name="connsiteY42" fmla="*/ 232845 h 586292"/>
              <a:gd name="connsiteX43" fmla="*/ 293233 w 455802"/>
              <a:gd name="connsiteY43" fmla="*/ 232845 h 586292"/>
              <a:gd name="connsiteX44" fmla="*/ 293233 w 455802"/>
              <a:gd name="connsiteY44" fmla="*/ 252564 h 586292"/>
              <a:gd name="connsiteX45" fmla="*/ 354006 w 455802"/>
              <a:gd name="connsiteY45" fmla="*/ 252564 h 586292"/>
              <a:gd name="connsiteX46" fmla="*/ 354006 w 455802"/>
              <a:gd name="connsiteY46" fmla="*/ 191888 h 586292"/>
              <a:gd name="connsiteX47" fmla="*/ 293233 w 455802"/>
              <a:gd name="connsiteY47" fmla="*/ 191888 h 586292"/>
              <a:gd name="connsiteX48" fmla="*/ 293233 w 455802"/>
              <a:gd name="connsiteY48" fmla="*/ 212367 h 586292"/>
              <a:gd name="connsiteX49" fmla="*/ 263605 w 455802"/>
              <a:gd name="connsiteY49" fmla="*/ 212367 h 586292"/>
              <a:gd name="connsiteX50" fmla="*/ 316782 w 455802"/>
              <a:gd name="connsiteY50" fmla="*/ 146381 h 586292"/>
              <a:gd name="connsiteX51" fmla="*/ 354006 w 455802"/>
              <a:gd name="connsiteY51" fmla="*/ 172169 h 586292"/>
              <a:gd name="connsiteX52" fmla="*/ 393509 w 455802"/>
              <a:gd name="connsiteY52" fmla="*/ 141831 h 586292"/>
              <a:gd name="connsiteX53" fmla="*/ 420857 w 455802"/>
              <a:gd name="connsiteY53" fmla="*/ 141831 h 586292"/>
              <a:gd name="connsiteX54" fmla="*/ 424656 w 455802"/>
              <a:gd name="connsiteY54" fmla="*/ 132729 h 586292"/>
              <a:gd name="connsiteX55" fmla="*/ 322860 w 455802"/>
              <a:gd name="connsiteY55" fmla="*/ 30338 h 586292"/>
              <a:gd name="connsiteX56" fmla="*/ 316877 w 455802"/>
              <a:gd name="connsiteY56" fmla="*/ 29390 h 586292"/>
              <a:gd name="connsiteX57" fmla="*/ 25069 w 455802"/>
              <a:gd name="connsiteY57" fmla="*/ 0 h 586292"/>
              <a:gd name="connsiteX58" fmla="*/ 318302 w 455802"/>
              <a:gd name="connsiteY58" fmla="*/ 0 h 586292"/>
              <a:gd name="connsiteX59" fmla="*/ 331976 w 455802"/>
              <a:gd name="connsiteY59" fmla="*/ 5309 h 586292"/>
              <a:gd name="connsiteX60" fmla="*/ 449725 w 455802"/>
              <a:gd name="connsiteY60" fmla="*/ 122869 h 586292"/>
              <a:gd name="connsiteX61" fmla="*/ 455802 w 455802"/>
              <a:gd name="connsiteY61" fmla="*/ 141072 h 586292"/>
              <a:gd name="connsiteX62" fmla="*/ 455802 w 455802"/>
              <a:gd name="connsiteY62" fmla="*/ 394395 h 586292"/>
              <a:gd name="connsiteX63" fmla="*/ 0 w 455802"/>
              <a:gd name="connsiteY63" fmla="*/ 394395 h 586292"/>
              <a:gd name="connsiteX64" fmla="*/ 0 w 455802"/>
              <a:gd name="connsiteY64" fmla="*/ 29580 h 586292"/>
              <a:gd name="connsiteX65" fmla="*/ 25069 w 455802"/>
              <a:gd name="connsiteY65" fmla="*/ 0 h 586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455802" h="586292">
                <a:moveTo>
                  <a:pt x="191471" y="469570"/>
                </a:moveTo>
                <a:lnTo>
                  <a:pt x="206640" y="513554"/>
                </a:lnTo>
                <a:lnTo>
                  <a:pt x="176302" y="513554"/>
                </a:lnTo>
                <a:close/>
                <a:moveTo>
                  <a:pt x="256768" y="444447"/>
                </a:moveTo>
                <a:lnTo>
                  <a:pt x="256768" y="546090"/>
                </a:lnTo>
                <a:lnTo>
                  <a:pt x="273481" y="546090"/>
                </a:lnTo>
                <a:lnTo>
                  <a:pt x="273481" y="444447"/>
                </a:lnTo>
                <a:close/>
                <a:moveTo>
                  <a:pt x="183080" y="444447"/>
                </a:moveTo>
                <a:lnTo>
                  <a:pt x="147376" y="546090"/>
                </a:lnTo>
                <a:lnTo>
                  <a:pt x="164848" y="546090"/>
                </a:lnTo>
                <a:lnTo>
                  <a:pt x="172445" y="524851"/>
                </a:lnTo>
                <a:lnTo>
                  <a:pt x="210429" y="524851"/>
                </a:lnTo>
                <a:lnTo>
                  <a:pt x="218025" y="546090"/>
                </a:lnTo>
                <a:lnTo>
                  <a:pt x="234738" y="546090"/>
                </a:lnTo>
                <a:lnTo>
                  <a:pt x="199793" y="444447"/>
                </a:lnTo>
                <a:close/>
                <a:moveTo>
                  <a:pt x="0" y="414864"/>
                </a:moveTo>
                <a:lnTo>
                  <a:pt x="455802" y="414864"/>
                </a:lnTo>
                <a:lnTo>
                  <a:pt x="455802" y="566570"/>
                </a:lnTo>
                <a:cubicBezTo>
                  <a:pt x="455802" y="576431"/>
                  <a:pt x="442888" y="586292"/>
                  <a:pt x="430733" y="586292"/>
                </a:cubicBezTo>
                <a:lnTo>
                  <a:pt x="25069" y="586292"/>
                </a:lnTo>
                <a:cubicBezTo>
                  <a:pt x="12155" y="586292"/>
                  <a:pt x="0" y="576431"/>
                  <a:pt x="0" y="566570"/>
                </a:cubicBezTo>
                <a:close/>
                <a:moveTo>
                  <a:pt x="316877" y="29390"/>
                </a:moveTo>
                <a:cubicBezTo>
                  <a:pt x="315073" y="30149"/>
                  <a:pt x="313744" y="31855"/>
                  <a:pt x="313744" y="34130"/>
                </a:cubicBezTo>
                <a:lnTo>
                  <a:pt x="313744" y="121352"/>
                </a:lnTo>
                <a:lnTo>
                  <a:pt x="313744" y="125903"/>
                </a:lnTo>
                <a:cubicBezTo>
                  <a:pt x="282597" y="135763"/>
                  <a:pt x="258288" y="160033"/>
                  <a:pt x="247652" y="191130"/>
                </a:cubicBezTo>
                <a:cubicBezTo>
                  <a:pt x="240815" y="185821"/>
                  <a:pt x="232459" y="182028"/>
                  <a:pt x="222583" y="182028"/>
                </a:cubicBezTo>
                <a:cubicBezTo>
                  <a:pt x="203592" y="182028"/>
                  <a:pt x="188398" y="194922"/>
                  <a:pt x="183840" y="212367"/>
                </a:cubicBezTo>
                <a:lnTo>
                  <a:pt x="151934" y="212367"/>
                </a:lnTo>
                <a:lnTo>
                  <a:pt x="151934" y="191888"/>
                </a:lnTo>
                <a:lnTo>
                  <a:pt x="91160" y="191888"/>
                </a:lnTo>
                <a:lnTo>
                  <a:pt x="91160" y="252564"/>
                </a:lnTo>
                <a:lnTo>
                  <a:pt x="151934" y="252564"/>
                </a:lnTo>
                <a:lnTo>
                  <a:pt x="151934" y="232845"/>
                </a:lnTo>
                <a:lnTo>
                  <a:pt x="181561" y="232845"/>
                </a:lnTo>
                <a:cubicBezTo>
                  <a:pt x="177763" y="259391"/>
                  <a:pt x="161050" y="282903"/>
                  <a:pt x="136741" y="295038"/>
                </a:cubicBezTo>
                <a:cubicBezTo>
                  <a:pt x="129904" y="282144"/>
                  <a:pt x="116989" y="273043"/>
                  <a:pt x="101036" y="273043"/>
                </a:cubicBezTo>
                <a:cubicBezTo>
                  <a:pt x="79006" y="273043"/>
                  <a:pt x="60774" y="291246"/>
                  <a:pt x="60774" y="313241"/>
                </a:cubicBezTo>
                <a:cubicBezTo>
                  <a:pt x="60774" y="335994"/>
                  <a:pt x="79006" y="354197"/>
                  <a:pt x="101036" y="354197"/>
                </a:cubicBezTo>
                <a:cubicBezTo>
                  <a:pt x="123067" y="354197"/>
                  <a:pt x="140539" y="336753"/>
                  <a:pt x="141299" y="315516"/>
                </a:cubicBezTo>
                <a:cubicBezTo>
                  <a:pt x="168647" y="303381"/>
                  <a:pt x="188398" y="281386"/>
                  <a:pt x="197514" y="254081"/>
                </a:cubicBezTo>
                <a:cubicBezTo>
                  <a:pt x="204351" y="259391"/>
                  <a:pt x="212708" y="263183"/>
                  <a:pt x="222583" y="263183"/>
                </a:cubicBezTo>
                <a:cubicBezTo>
                  <a:pt x="241575" y="263183"/>
                  <a:pt x="256768" y="250289"/>
                  <a:pt x="261326" y="232845"/>
                </a:cubicBezTo>
                <a:lnTo>
                  <a:pt x="293233" y="232845"/>
                </a:lnTo>
                <a:lnTo>
                  <a:pt x="293233" y="252564"/>
                </a:lnTo>
                <a:lnTo>
                  <a:pt x="354006" y="252564"/>
                </a:lnTo>
                <a:lnTo>
                  <a:pt x="354006" y="191888"/>
                </a:lnTo>
                <a:lnTo>
                  <a:pt x="293233" y="191888"/>
                </a:lnTo>
                <a:lnTo>
                  <a:pt x="293233" y="212367"/>
                </a:lnTo>
                <a:lnTo>
                  <a:pt x="263605" y="212367"/>
                </a:lnTo>
                <a:cubicBezTo>
                  <a:pt x="267404" y="182028"/>
                  <a:pt x="288675" y="156241"/>
                  <a:pt x="316782" y="146381"/>
                </a:cubicBezTo>
                <a:cubicBezTo>
                  <a:pt x="322860" y="161550"/>
                  <a:pt x="337293" y="172169"/>
                  <a:pt x="354006" y="172169"/>
                </a:cubicBezTo>
                <a:cubicBezTo>
                  <a:pt x="372998" y="172169"/>
                  <a:pt x="388951" y="159275"/>
                  <a:pt x="393509" y="141831"/>
                </a:cubicBezTo>
                <a:lnTo>
                  <a:pt x="420857" y="141831"/>
                </a:lnTo>
                <a:cubicBezTo>
                  <a:pt x="426175" y="141831"/>
                  <a:pt x="428454" y="135763"/>
                  <a:pt x="424656" y="132729"/>
                </a:cubicBezTo>
                <a:lnTo>
                  <a:pt x="322860" y="30338"/>
                </a:lnTo>
                <a:cubicBezTo>
                  <a:pt x="320961" y="28821"/>
                  <a:pt x="318682" y="28632"/>
                  <a:pt x="316877" y="29390"/>
                </a:cubicBezTo>
                <a:close/>
                <a:moveTo>
                  <a:pt x="25069" y="0"/>
                </a:moveTo>
                <a:lnTo>
                  <a:pt x="318302" y="0"/>
                </a:lnTo>
                <a:cubicBezTo>
                  <a:pt x="323619" y="0"/>
                  <a:pt x="328937" y="2275"/>
                  <a:pt x="331976" y="5309"/>
                </a:cubicBezTo>
                <a:lnTo>
                  <a:pt x="449725" y="122869"/>
                </a:lnTo>
                <a:cubicBezTo>
                  <a:pt x="454283" y="128178"/>
                  <a:pt x="455802" y="133488"/>
                  <a:pt x="455802" y="141072"/>
                </a:cubicBezTo>
                <a:lnTo>
                  <a:pt x="455802" y="394395"/>
                </a:lnTo>
                <a:lnTo>
                  <a:pt x="0" y="394395"/>
                </a:lnTo>
                <a:lnTo>
                  <a:pt x="0" y="29580"/>
                </a:lnTo>
                <a:cubicBezTo>
                  <a:pt x="0" y="9101"/>
                  <a:pt x="12914" y="0"/>
                  <a:pt x="25069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0000">
                <a:schemeClr val="accent1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/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6092" y="-89240"/>
            <a:ext cx="10858500" cy="900112"/>
          </a:xfrm>
        </p:spPr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现状与挑战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Shape 4"/>
          <p:cNvSpPr/>
          <p:nvPr/>
        </p:nvSpPr>
        <p:spPr>
          <a:xfrm>
            <a:off x="825236" y="1334407"/>
            <a:ext cx="5200680" cy="2262868"/>
          </a:xfrm>
          <a:custGeom>
            <a:avLst/>
            <a:gdLst/>
            <a:ahLst/>
            <a:cxnLst/>
            <a:rect l="l" t="t" r="r" b="b"/>
            <a:pathLst>
              <a:path w="5615668" h="2262868">
                <a:moveTo>
                  <a:pt x="114297" y="0"/>
                </a:moveTo>
                <a:lnTo>
                  <a:pt x="5501370" y="0"/>
                </a:lnTo>
                <a:cubicBezTo>
                  <a:pt x="5564495" y="0"/>
                  <a:pt x="5615668" y="51173"/>
                  <a:pt x="5615668" y="114297"/>
                </a:cubicBezTo>
                <a:lnTo>
                  <a:pt x="5615668" y="2148570"/>
                </a:lnTo>
                <a:cubicBezTo>
                  <a:pt x="5615668" y="2211695"/>
                  <a:pt x="5564495" y="2262868"/>
                  <a:pt x="5501370" y="2262868"/>
                </a:cubicBezTo>
                <a:lnTo>
                  <a:pt x="114297" y="2262868"/>
                </a:lnTo>
                <a:cubicBezTo>
                  <a:pt x="51173" y="2262868"/>
                  <a:pt x="0" y="2211695"/>
                  <a:pt x="0" y="2148570"/>
                </a:cubicBezTo>
                <a:lnTo>
                  <a:pt x="0" y="114297"/>
                </a:lnTo>
                <a:cubicBezTo>
                  <a:pt x="0" y="51173"/>
                  <a:pt x="51173" y="0"/>
                  <a:pt x="114297" y="0"/>
                </a:cubicBezTo>
                <a:close/>
              </a:path>
            </a:pathLst>
          </a:custGeom>
          <a:gradFill flip="none" rotWithShape="1">
            <a:gsLst>
              <a:gs pos="1000">
                <a:schemeClr val="accent1">
                  <a:lumMod val="20000"/>
                  <a:lumOff val="80000"/>
                  <a:alpha val="20000"/>
                </a:schemeClr>
              </a:gs>
              <a:gs pos="100000">
                <a:schemeClr val="accent1">
                  <a:lumMod val="20000"/>
                  <a:lumOff val="80000"/>
                  <a:alpha val="50000"/>
                </a:schemeClr>
              </a:gs>
            </a:gsLst>
            <a:lin ang="2700000" scaled="1"/>
          </a:gradFill>
          <a:ln w="7257">
            <a:noFill/>
            <a:prstDash val="solid"/>
          </a:ln>
          <a:effectLst>
            <a:outerShdw blurRad="50800" dist="38100" dir="2700000" algn="tl" rotWithShape="0">
              <a:schemeClr val="accent1">
                <a:alpha val="10000"/>
              </a:schemeClr>
            </a:outerShdw>
          </a:effectLst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Shape 5"/>
          <p:cNvSpPr/>
          <p:nvPr/>
        </p:nvSpPr>
        <p:spPr>
          <a:xfrm>
            <a:off x="1056558" y="1565729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Shape 6"/>
          <p:cNvSpPr/>
          <p:nvPr/>
        </p:nvSpPr>
        <p:spPr>
          <a:xfrm>
            <a:off x="1223245" y="1718129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61034" y="2634"/>
                </a:moveTo>
                <a:cubicBezTo>
                  <a:pt x="62999" y="-3215"/>
                  <a:pt x="68446" y="-7144"/>
                  <a:pt x="74608" y="-7144"/>
                </a:cubicBezTo>
                <a:lnTo>
                  <a:pt x="125462" y="-7144"/>
                </a:lnTo>
                <a:cubicBezTo>
                  <a:pt x="131624" y="-7144"/>
                  <a:pt x="137071" y="-3215"/>
                  <a:pt x="139035" y="2634"/>
                </a:cubicBezTo>
                <a:lnTo>
                  <a:pt x="142875" y="14288"/>
                </a:lnTo>
                <a:lnTo>
                  <a:pt x="185738" y="14288"/>
                </a:lnTo>
                <a:cubicBezTo>
                  <a:pt x="193640" y="14288"/>
                  <a:pt x="200025" y="20672"/>
                  <a:pt x="200025" y="28575"/>
                </a:cubicBezTo>
                <a:cubicBezTo>
                  <a:pt x="200025" y="36478"/>
                  <a:pt x="193640" y="42863"/>
                  <a:pt x="185738" y="42863"/>
                </a:cubicBezTo>
                <a:lnTo>
                  <a:pt x="14288" y="42863"/>
                </a:lnTo>
                <a:cubicBezTo>
                  <a:pt x="6385" y="42863"/>
                  <a:pt x="0" y="36478"/>
                  <a:pt x="0" y="28575"/>
                </a:cubicBezTo>
                <a:cubicBezTo>
                  <a:pt x="0" y="20672"/>
                  <a:pt x="6385" y="14288"/>
                  <a:pt x="14288" y="14288"/>
                </a:cubicBezTo>
                <a:lnTo>
                  <a:pt x="57150" y="14288"/>
                </a:lnTo>
                <a:lnTo>
                  <a:pt x="61034" y="2634"/>
                </a:lnTo>
                <a:close/>
                <a:moveTo>
                  <a:pt x="14288" y="64294"/>
                </a:moveTo>
                <a:lnTo>
                  <a:pt x="185738" y="64294"/>
                </a:lnTo>
                <a:lnTo>
                  <a:pt x="185738" y="200025"/>
                </a:lnTo>
                <a:cubicBezTo>
                  <a:pt x="185738" y="215786"/>
                  <a:pt x="172923" y="228600"/>
                  <a:pt x="157163" y="228600"/>
                </a:cubicBezTo>
                <a:lnTo>
                  <a:pt x="42863" y="228600"/>
                </a:lnTo>
                <a:cubicBezTo>
                  <a:pt x="27102" y="228600"/>
                  <a:pt x="14288" y="215786"/>
                  <a:pt x="14288" y="200025"/>
                </a:cubicBezTo>
                <a:lnTo>
                  <a:pt x="14288" y="64294"/>
                </a:lnTo>
                <a:close/>
                <a:moveTo>
                  <a:pt x="53578" y="92869"/>
                </a:moveTo>
                <a:cubicBezTo>
                  <a:pt x="47640" y="92869"/>
                  <a:pt x="42863" y="97646"/>
                  <a:pt x="42863" y="103584"/>
                </a:cubicBezTo>
                <a:lnTo>
                  <a:pt x="42863" y="189309"/>
                </a:lnTo>
                <a:cubicBezTo>
                  <a:pt x="42863" y="195248"/>
                  <a:pt x="47640" y="200025"/>
                  <a:pt x="53578" y="200025"/>
                </a:cubicBezTo>
                <a:cubicBezTo>
                  <a:pt x="59516" y="200025"/>
                  <a:pt x="64294" y="195248"/>
                  <a:pt x="64294" y="189309"/>
                </a:cubicBezTo>
                <a:lnTo>
                  <a:pt x="64294" y="103584"/>
                </a:lnTo>
                <a:cubicBezTo>
                  <a:pt x="64294" y="97646"/>
                  <a:pt x="59516" y="92869"/>
                  <a:pt x="53578" y="92869"/>
                </a:cubicBezTo>
                <a:close/>
                <a:moveTo>
                  <a:pt x="100013" y="92869"/>
                </a:moveTo>
                <a:cubicBezTo>
                  <a:pt x="94074" y="92869"/>
                  <a:pt x="89297" y="97646"/>
                  <a:pt x="89297" y="103584"/>
                </a:cubicBezTo>
                <a:lnTo>
                  <a:pt x="89297" y="189309"/>
                </a:lnTo>
                <a:cubicBezTo>
                  <a:pt x="89297" y="195248"/>
                  <a:pt x="94074" y="200025"/>
                  <a:pt x="100013" y="200025"/>
                </a:cubicBezTo>
                <a:cubicBezTo>
                  <a:pt x="105951" y="200025"/>
                  <a:pt x="110728" y="195248"/>
                  <a:pt x="110728" y="189309"/>
                </a:cubicBezTo>
                <a:lnTo>
                  <a:pt x="110728" y="103584"/>
                </a:lnTo>
                <a:cubicBezTo>
                  <a:pt x="110728" y="97646"/>
                  <a:pt x="105951" y="92869"/>
                  <a:pt x="100013" y="92869"/>
                </a:cubicBezTo>
                <a:close/>
                <a:moveTo>
                  <a:pt x="146447" y="92869"/>
                </a:moveTo>
                <a:cubicBezTo>
                  <a:pt x="140509" y="92869"/>
                  <a:pt x="135731" y="97646"/>
                  <a:pt x="135731" y="103584"/>
                </a:cubicBezTo>
                <a:lnTo>
                  <a:pt x="135731" y="189309"/>
                </a:lnTo>
                <a:cubicBezTo>
                  <a:pt x="135731" y="195248"/>
                  <a:pt x="140509" y="200025"/>
                  <a:pt x="146447" y="200025"/>
                </a:cubicBezTo>
                <a:cubicBezTo>
                  <a:pt x="152385" y="200025"/>
                  <a:pt x="157163" y="195248"/>
                  <a:pt x="157163" y="189309"/>
                </a:cubicBezTo>
                <a:lnTo>
                  <a:pt x="157163" y="103584"/>
                </a:lnTo>
                <a:cubicBezTo>
                  <a:pt x="157163" y="97646"/>
                  <a:pt x="152385" y="92869"/>
                  <a:pt x="146447" y="92869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Text 7"/>
          <p:cNvSpPr/>
          <p:nvPr/>
        </p:nvSpPr>
        <p:spPr>
          <a:xfrm>
            <a:off x="1742358" y="1565729"/>
            <a:ext cx="13906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材料浪费严重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Shape 8"/>
          <p:cNvSpPr/>
          <p:nvPr/>
        </p:nvSpPr>
        <p:spPr>
          <a:xfrm>
            <a:off x="1742358" y="1870529"/>
            <a:ext cx="1412422" cy="304800"/>
          </a:xfrm>
          <a:custGeom>
            <a:avLst/>
            <a:gdLst/>
            <a:ahLst/>
            <a:cxnLst/>
            <a:rect l="l" t="t" r="r" b="b"/>
            <a:pathLst>
              <a:path w="1295400" h="304800">
                <a:moveTo>
                  <a:pt x="152400" y="0"/>
                </a:moveTo>
                <a:lnTo>
                  <a:pt x="1143000" y="0"/>
                </a:lnTo>
                <a:cubicBezTo>
                  <a:pt x="1227112" y="0"/>
                  <a:pt x="1295400" y="68288"/>
                  <a:pt x="1295400" y="152400"/>
                </a:cubicBezTo>
                <a:lnTo>
                  <a:pt x="1295400" y="152400"/>
                </a:lnTo>
                <a:cubicBezTo>
                  <a:pt x="1295400" y="236512"/>
                  <a:pt x="1227112" y="304800"/>
                  <a:pt x="11430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Text 9"/>
          <p:cNvSpPr/>
          <p:nvPr/>
        </p:nvSpPr>
        <p:spPr>
          <a:xfrm>
            <a:off x="1856658" y="1933122"/>
            <a:ext cx="1412422" cy="1796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200" b="1" dirty="0">
                <a:solidFill>
                  <a:schemeClr val="accent1"/>
                </a:solidFill>
                <a:cs typeface="+mn-ea"/>
                <a:sym typeface="+mn-lt"/>
              </a:rPr>
              <a:t>浪费</a:t>
            </a:r>
            <a:r>
              <a:rPr lang="en-US" sz="1200" b="1" dirty="0">
                <a:solidFill>
                  <a:schemeClr val="accent1"/>
                </a:solidFill>
                <a:cs typeface="+mn-ea"/>
                <a:sym typeface="+mn-lt"/>
              </a:rPr>
              <a:t>率 10-20%</a:t>
            </a:r>
            <a:endParaRPr lang="en-US" sz="20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10" name="Text 10"/>
          <p:cNvSpPr/>
          <p:nvPr/>
        </p:nvSpPr>
        <p:spPr>
          <a:xfrm>
            <a:off x="1056559" y="2327729"/>
            <a:ext cx="4786554" cy="10382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8F8F8F"/>
                </a:solidFill>
                <a:latin typeface="+mn-ea"/>
                <a:cs typeface="+mn-ea"/>
                <a:sym typeface="+mn-lt"/>
              </a:rPr>
              <a:t>传统人工规划方式导致大量边角料产生，材料</a:t>
            </a:r>
            <a:r>
              <a:rPr lang="zh-CN" altLang="en-US" sz="1400" dirty="0">
                <a:solidFill>
                  <a:srgbClr val="8F8F8F"/>
                </a:solidFill>
                <a:latin typeface="+mn-ea"/>
                <a:cs typeface="+mn-ea"/>
                <a:sym typeface="+mn-lt"/>
              </a:rPr>
              <a:t>浪费</a:t>
            </a:r>
            <a:r>
              <a:rPr lang="en-US" sz="1400" dirty="0">
                <a:solidFill>
                  <a:srgbClr val="8F8F8F"/>
                </a:solidFill>
                <a:latin typeface="+mn-ea"/>
                <a:cs typeface="+mn-ea"/>
                <a:sym typeface="+mn-lt"/>
              </a:rPr>
              <a:t>率</a:t>
            </a:r>
            <a:r>
              <a:rPr lang="zh-CN" altLang="en-US" sz="1400" dirty="0">
                <a:solidFill>
                  <a:srgbClr val="8F8F8F"/>
                </a:solidFill>
                <a:latin typeface="+mn-ea"/>
                <a:cs typeface="+mn-ea"/>
                <a:sym typeface="+mn-lt"/>
              </a:rPr>
              <a:t>达</a:t>
            </a:r>
            <a:r>
              <a:rPr lang="en-US" altLang="zh-CN" sz="1400" dirty="0">
                <a:solidFill>
                  <a:srgbClr val="8F8F8F"/>
                </a:solidFill>
                <a:latin typeface="+mn-ea"/>
                <a:cs typeface="+mn-ea"/>
                <a:sym typeface="+mn-lt"/>
              </a:rPr>
              <a:t>1</a:t>
            </a:r>
            <a:r>
              <a:rPr lang="en-US" sz="1400" dirty="0">
                <a:solidFill>
                  <a:srgbClr val="8F8F8F"/>
                </a:solidFill>
                <a:latin typeface="+mn-ea"/>
                <a:cs typeface="+mn-ea"/>
                <a:sym typeface="+mn-lt"/>
              </a:rPr>
              <a:t>0-20%，造成严重的资源浪费和成本损失。</a:t>
            </a:r>
            <a:endParaRPr lang="en-US" sz="1400" dirty="0">
              <a:latin typeface="+mn-ea"/>
              <a:cs typeface="+mn-ea"/>
              <a:sym typeface="+mn-lt"/>
            </a:endParaRPr>
          </a:p>
        </p:txBody>
      </p:sp>
      <p:sp>
        <p:nvSpPr>
          <p:cNvPr id="11" name="Shape 11"/>
          <p:cNvSpPr/>
          <p:nvPr/>
        </p:nvSpPr>
        <p:spPr>
          <a:xfrm>
            <a:off x="6259724" y="1334407"/>
            <a:ext cx="5200680" cy="2262868"/>
          </a:xfrm>
          <a:custGeom>
            <a:avLst/>
            <a:gdLst/>
            <a:ahLst/>
            <a:cxnLst/>
            <a:rect l="l" t="t" r="r" b="b"/>
            <a:pathLst>
              <a:path w="5615668" h="2262868">
                <a:moveTo>
                  <a:pt x="114297" y="0"/>
                </a:moveTo>
                <a:lnTo>
                  <a:pt x="5501370" y="0"/>
                </a:lnTo>
                <a:cubicBezTo>
                  <a:pt x="5564495" y="0"/>
                  <a:pt x="5615668" y="51173"/>
                  <a:pt x="5615668" y="114297"/>
                </a:cubicBezTo>
                <a:lnTo>
                  <a:pt x="5615668" y="2148570"/>
                </a:lnTo>
                <a:cubicBezTo>
                  <a:pt x="5615668" y="2211695"/>
                  <a:pt x="5564495" y="2262868"/>
                  <a:pt x="5501370" y="2262868"/>
                </a:cubicBezTo>
                <a:lnTo>
                  <a:pt x="114297" y="2262868"/>
                </a:lnTo>
                <a:cubicBezTo>
                  <a:pt x="51173" y="2262868"/>
                  <a:pt x="0" y="2211695"/>
                  <a:pt x="0" y="2148570"/>
                </a:cubicBezTo>
                <a:lnTo>
                  <a:pt x="0" y="114297"/>
                </a:lnTo>
                <a:cubicBezTo>
                  <a:pt x="0" y="51173"/>
                  <a:pt x="51173" y="0"/>
                  <a:pt x="114297" y="0"/>
                </a:cubicBezTo>
                <a:close/>
              </a:path>
            </a:pathLst>
          </a:custGeom>
          <a:gradFill flip="none" rotWithShape="1">
            <a:gsLst>
              <a:gs pos="1000">
                <a:schemeClr val="accent1">
                  <a:lumMod val="20000"/>
                  <a:lumOff val="80000"/>
                  <a:alpha val="20000"/>
                </a:schemeClr>
              </a:gs>
              <a:gs pos="100000">
                <a:schemeClr val="accent1">
                  <a:lumMod val="20000"/>
                  <a:lumOff val="80000"/>
                  <a:alpha val="50000"/>
                </a:schemeClr>
              </a:gs>
            </a:gsLst>
            <a:lin ang="2700000" scaled="1"/>
          </a:gradFill>
          <a:ln w="7257">
            <a:noFill/>
            <a:prstDash val="solid"/>
          </a:ln>
          <a:effectLst>
            <a:outerShdw blurRad="50800" dist="38100" dir="2700000" algn="tl" rotWithShape="0">
              <a:schemeClr val="accent1">
                <a:alpha val="10000"/>
              </a:schemeClr>
            </a:outerShdw>
          </a:effectLst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Shape 12"/>
          <p:cNvSpPr/>
          <p:nvPr/>
        </p:nvSpPr>
        <p:spPr>
          <a:xfrm>
            <a:off x="6491046" y="1565729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Shape 13"/>
          <p:cNvSpPr/>
          <p:nvPr/>
        </p:nvSpPr>
        <p:spPr>
          <a:xfrm>
            <a:off x="6643446" y="171812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ubicBezTo>
                  <a:pt x="0" y="51216"/>
                  <a:pt x="51216" y="0"/>
                  <a:pt x="114300" y="0"/>
                </a:cubicBezTo>
                <a:close/>
                <a:moveTo>
                  <a:pt x="103584" y="53578"/>
                </a:moveTo>
                <a:lnTo>
                  <a:pt x="103584" y="114300"/>
                </a:lnTo>
                <a:cubicBezTo>
                  <a:pt x="103584" y="117872"/>
                  <a:pt x="105370" y="121221"/>
                  <a:pt x="108362" y="123230"/>
                </a:cubicBezTo>
                <a:lnTo>
                  <a:pt x="151224" y="151805"/>
                </a:lnTo>
                <a:cubicBezTo>
                  <a:pt x="156136" y="155109"/>
                  <a:pt x="162788" y="153769"/>
                  <a:pt x="166092" y="148813"/>
                </a:cubicBezTo>
                <a:cubicBezTo>
                  <a:pt x="169396" y="143857"/>
                  <a:pt x="168057" y="137249"/>
                  <a:pt x="163101" y="133945"/>
                </a:cubicBezTo>
                <a:lnTo>
                  <a:pt x="125016" y="108585"/>
                </a:lnTo>
                <a:lnTo>
                  <a:pt x="125016" y="53578"/>
                </a:lnTo>
                <a:cubicBezTo>
                  <a:pt x="125016" y="47640"/>
                  <a:pt x="120238" y="42863"/>
                  <a:pt x="114300" y="42863"/>
                </a:cubicBezTo>
                <a:cubicBezTo>
                  <a:pt x="108362" y="42863"/>
                  <a:pt x="103584" y="47640"/>
                  <a:pt x="103584" y="53578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Text 14"/>
          <p:cNvSpPr/>
          <p:nvPr/>
        </p:nvSpPr>
        <p:spPr>
          <a:xfrm>
            <a:off x="7176846" y="1565729"/>
            <a:ext cx="1238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规划效率低下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Shape 15"/>
          <p:cNvSpPr/>
          <p:nvPr/>
        </p:nvSpPr>
        <p:spPr>
          <a:xfrm>
            <a:off x="7176845" y="1870529"/>
            <a:ext cx="975631" cy="304800"/>
          </a:xfrm>
          <a:custGeom>
            <a:avLst/>
            <a:gdLst/>
            <a:ahLst/>
            <a:cxnLst/>
            <a:rect l="l" t="t" r="r" b="b"/>
            <a:pathLst>
              <a:path w="895350" h="304800">
                <a:moveTo>
                  <a:pt x="152400" y="0"/>
                </a:moveTo>
                <a:lnTo>
                  <a:pt x="742950" y="0"/>
                </a:lnTo>
                <a:cubicBezTo>
                  <a:pt x="827062" y="0"/>
                  <a:pt x="895350" y="68288"/>
                  <a:pt x="895350" y="152400"/>
                </a:cubicBezTo>
                <a:lnTo>
                  <a:pt x="895350" y="152400"/>
                </a:lnTo>
                <a:cubicBezTo>
                  <a:pt x="895350" y="236512"/>
                  <a:pt x="827062" y="304800"/>
                  <a:pt x="74295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Text 16"/>
          <p:cNvSpPr/>
          <p:nvPr/>
        </p:nvSpPr>
        <p:spPr>
          <a:xfrm>
            <a:off x="7283889" y="1934483"/>
            <a:ext cx="975632" cy="1768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 err="1">
                <a:solidFill>
                  <a:schemeClr val="accent1"/>
                </a:solidFill>
                <a:cs typeface="+mn-ea"/>
                <a:sym typeface="+mn-lt"/>
              </a:rPr>
              <a:t>耗时数小时</a:t>
            </a:r>
            <a:endParaRPr lang="en-US" sz="12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17" name="Text 17"/>
          <p:cNvSpPr/>
          <p:nvPr/>
        </p:nvSpPr>
        <p:spPr>
          <a:xfrm>
            <a:off x="6491047" y="2327729"/>
            <a:ext cx="4786554" cy="10382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8F8F8F"/>
                </a:solidFill>
                <a:latin typeface="+mn-ea"/>
                <a:cs typeface="+mn-ea"/>
                <a:sym typeface="+mn-lt"/>
              </a:rPr>
              <a:t>人工计算耗时费力，容易出错，且缺乏科学数据支撑，难以达到最优方案，严重影响生产效率。</a:t>
            </a:r>
            <a:endParaRPr lang="en-US" sz="1400" dirty="0">
              <a:latin typeface="+mn-ea"/>
              <a:cs typeface="+mn-ea"/>
              <a:sym typeface="+mn-lt"/>
            </a:endParaRPr>
          </a:p>
        </p:txBody>
      </p:sp>
      <p:sp>
        <p:nvSpPr>
          <p:cNvPr id="18" name="Shape 18"/>
          <p:cNvSpPr/>
          <p:nvPr/>
        </p:nvSpPr>
        <p:spPr>
          <a:xfrm>
            <a:off x="838375" y="3791857"/>
            <a:ext cx="5200680" cy="2262868"/>
          </a:xfrm>
          <a:custGeom>
            <a:avLst/>
            <a:gdLst/>
            <a:ahLst/>
            <a:cxnLst/>
            <a:rect l="l" t="t" r="r" b="b"/>
            <a:pathLst>
              <a:path w="5615668" h="2262868">
                <a:moveTo>
                  <a:pt x="114297" y="0"/>
                </a:moveTo>
                <a:lnTo>
                  <a:pt x="5501370" y="0"/>
                </a:lnTo>
                <a:cubicBezTo>
                  <a:pt x="5564495" y="0"/>
                  <a:pt x="5615668" y="51173"/>
                  <a:pt x="5615668" y="114297"/>
                </a:cubicBezTo>
                <a:lnTo>
                  <a:pt x="5615668" y="2148570"/>
                </a:lnTo>
                <a:cubicBezTo>
                  <a:pt x="5615668" y="2211695"/>
                  <a:pt x="5564495" y="2262868"/>
                  <a:pt x="5501370" y="2262868"/>
                </a:cubicBezTo>
                <a:lnTo>
                  <a:pt x="114297" y="2262868"/>
                </a:lnTo>
                <a:cubicBezTo>
                  <a:pt x="51173" y="2262868"/>
                  <a:pt x="0" y="2211695"/>
                  <a:pt x="0" y="2148570"/>
                </a:cubicBezTo>
                <a:lnTo>
                  <a:pt x="0" y="114297"/>
                </a:lnTo>
                <a:cubicBezTo>
                  <a:pt x="0" y="51173"/>
                  <a:pt x="51173" y="0"/>
                  <a:pt x="114297" y="0"/>
                </a:cubicBezTo>
                <a:close/>
              </a:path>
            </a:pathLst>
          </a:custGeom>
          <a:gradFill flip="none" rotWithShape="1">
            <a:gsLst>
              <a:gs pos="1000">
                <a:schemeClr val="accent1">
                  <a:lumMod val="20000"/>
                  <a:lumOff val="80000"/>
                  <a:alpha val="20000"/>
                </a:schemeClr>
              </a:gs>
              <a:gs pos="100000">
                <a:schemeClr val="accent1">
                  <a:lumMod val="20000"/>
                  <a:lumOff val="80000"/>
                  <a:alpha val="50000"/>
                </a:schemeClr>
              </a:gs>
            </a:gsLst>
            <a:lin ang="2700000" scaled="1"/>
          </a:gradFill>
          <a:ln w="7257">
            <a:noFill/>
            <a:prstDash val="solid"/>
          </a:ln>
          <a:effectLst>
            <a:outerShdw blurRad="50800" dist="38100" dir="2700000" algn="tl" rotWithShape="0">
              <a:schemeClr val="accent1">
                <a:alpha val="10000"/>
              </a:schemeClr>
            </a:outerShdw>
          </a:effectLst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Shape 19"/>
          <p:cNvSpPr/>
          <p:nvPr/>
        </p:nvSpPr>
        <p:spPr>
          <a:xfrm>
            <a:off x="1056558" y="4023179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0" name="Shape 20"/>
          <p:cNvSpPr/>
          <p:nvPr/>
        </p:nvSpPr>
        <p:spPr>
          <a:xfrm>
            <a:off x="1208958" y="417557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Text 21"/>
          <p:cNvSpPr/>
          <p:nvPr/>
        </p:nvSpPr>
        <p:spPr>
          <a:xfrm>
            <a:off x="1742358" y="4023179"/>
            <a:ext cx="1238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无法快速响应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Shape 22"/>
          <p:cNvSpPr/>
          <p:nvPr/>
        </p:nvSpPr>
        <p:spPr>
          <a:xfrm>
            <a:off x="1742358" y="4327979"/>
            <a:ext cx="1071804" cy="304800"/>
          </a:xfrm>
          <a:custGeom>
            <a:avLst/>
            <a:gdLst/>
            <a:ahLst/>
            <a:cxnLst/>
            <a:rect l="l" t="t" r="r" b="b"/>
            <a:pathLst>
              <a:path w="895350" h="304800">
                <a:moveTo>
                  <a:pt x="152400" y="0"/>
                </a:moveTo>
                <a:lnTo>
                  <a:pt x="742950" y="0"/>
                </a:lnTo>
                <a:cubicBezTo>
                  <a:pt x="827062" y="0"/>
                  <a:pt x="895350" y="68288"/>
                  <a:pt x="895350" y="152400"/>
                </a:cubicBezTo>
                <a:lnTo>
                  <a:pt x="895350" y="152400"/>
                </a:lnTo>
                <a:cubicBezTo>
                  <a:pt x="895350" y="236512"/>
                  <a:pt x="827062" y="304800"/>
                  <a:pt x="74295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3" name="Text 23"/>
          <p:cNvSpPr/>
          <p:nvPr/>
        </p:nvSpPr>
        <p:spPr>
          <a:xfrm>
            <a:off x="1856658" y="4390572"/>
            <a:ext cx="895350" cy="1796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accent1"/>
                </a:solidFill>
                <a:cs typeface="+mn-ea"/>
                <a:sym typeface="+mn-lt"/>
              </a:rPr>
              <a:t>缺乏灵活性</a:t>
            </a:r>
            <a:endParaRPr lang="en-US" sz="12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24" name="Text 24"/>
          <p:cNvSpPr/>
          <p:nvPr/>
        </p:nvSpPr>
        <p:spPr>
          <a:xfrm>
            <a:off x="1056559" y="4785179"/>
            <a:ext cx="4786554" cy="10382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8F8F8F"/>
                </a:solidFill>
                <a:latin typeface="+mn-ea"/>
                <a:cs typeface="+mn-ea"/>
                <a:sym typeface="+mn-lt"/>
              </a:rPr>
              <a:t>当订单变化时无法快速调整切割方案，影响客户满意度和企业市场竞争力，错失商机。</a:t>
            </a:r>
            <a:endParaRPr lang="en-US" sz="1400" dirty="0">
              <a:latin typeface="+mn-ea"/>
              <a:cs typeface="+mn-ea"/>
              <a:sym typeface="+mn-lt"/>
            </a:endParaRPr>
          </a:p>
        </p:txBody>
      </p:sp>
      <p:sp>
        <p:nvSpPr>
          <p:cNvPr id="25" name="Shape 25"/>
          <p:cNvSpPr/>
          <p:nvPr/>
        </p:nvSpPr>
        <p:spPr>
          <a:xfrm>
            <a:off x="6259724" y="3791857"/>
            <a:ext cx="5200680" cy="2262868"/>
          </a:xfrm>
          <a:custGeom>
            <a:avLst/>
            <a:gdLst/>
            <a:ahLst/>
            <a:cxnLst/>
            <a:rect l="l" t="t" r="r" b="b"/>
            <a:pathLst>
              <a:path w="5615668" h="2262868">
                <a:moveTo>
                  <a:pt x="114297" y="0"/>
                </a:moveTo>
                <a:lnTo>
                  <a:pt x="5501370" y="0"/>
                </a:lnTo>
                <a:cubicBezTo>
                  <a:pt x="5564495" y="0"/>
                  <a:pt x="5615668" y="51173"/>
                  <a:pt x="5615668" y="114297"/>
                </a:cubicBezTo>
                <a:lnTo>
                  <a:pt x="5615668" y="2148570"/>
                </a:lnTo>
                <a:cubicBezTo>
                  <a:pt x="5615668" y="2211695"/>
                  <a:pt x="5564495" y="2262868"/>
                  <a:pt x="5501370" y="2262868"/>
                </a:cubicBezTo>
                <a:lnTo>
                  <a:pt x="114297" y="2262868"/>
                </a:lnTo>
                <a:cubicBezTo>
                  <a:pt x="51173" y="2262868"/>
                  <a:pt x="0" y="2211695"/>
                  <a:pt x="0" y="2148570"/>
                </a:cubicBezTo>
                <a:lnTo>
                  <a:pt x="0" y="114297"/>
                </a:lnTo>
                <a:cubicBezTo>
                  <a:pt x="0" y="51173"/>
                  <a:pt x="51173" y="0"/>
                  <a:pt x="114297" y="0"/>
                </a:cubicBezTo>
                <a:close/>
              </a:path>
            </a:pathLst>
          </a:custGeom>
          <a:gradFill flip="none" rotWithShape="1">
            <a:gsLst>
              <a:gs pos="1000">
                <a:schemeClr val="accent1">
                  <a:lumMod val="20000"/>
                  <a:lumOff val="80000"/>
                  <a:alpha val="20000"/>
                </a:schemeClr>
              </a:gs>
              <a:gs pos="100000">
                <a:schemeClr val="accent1">
                  <a:lumMod val="20000"/>
                  <a:lumOff val="80000"/>
                  <a:alpha val="50000"/>
                </a:schemeClr>
              </a:gs>
            </a:gsLst>
            <a:lin ang="2700000" scaled="1"/>
          </a:gradFill>
          <a:ln w="7257">
            <a:noFill/>
            <a:prstDash val="solid"/>
          </a:ln>
          <a:effectLst>
            <a:outerShdw blurRad="50800" dist="38100" dir="2700000" algn="tl" rotWithShape="0">
              <a:schemeClr val="accent1">
                <a:alpha val="10000"/>
              </a:schemeClr>
            </a:outerShdw>
          </a:effectLst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Shape 26"/>
          <p:cNvSpPr/>
          <p:nvPr/>
        </p:nvSpPr>
        <p:spPr>
          <a:xfrm>
            <a:off x="6491046" y="4023179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Shape 27"/>
          <p:cNvSpPr/>
          <p:nvPr/>
        </p:nvSpPr>
        <p:spPr>
          <a:xfrm>
            <a:off x="6614871" y="4175579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71450" y="14288"/>
                </a:moveTo>
                <a:lnTo>
                  <a:pt x="228600" y="14288"/>
                </a:lnTo>
                <a:cubicBezTo>
                  <a:pt x="236503" y="14288"/>
                  <a:pt x="242888" y="20672"/>
                  <a:pt x="242888" y="28575"/>
                </a:cubicBezTo>
                <a:cubicBezTo>
                  <a:pt x="242888" y="36478"/>
                  <a:pt x="236503" y="42863"/>
                  <a:pt x="228600" y="42863"/>
                </a:cubicBezTo>
                <a:lnTo>
                  <a:pt x="177879" y="42863"/>
                </a:lnTo>
                <a:cubicBezTo>
                  <a:pt x="175558" y="54382"/>
                  <a:pt x="167655" y="63892"/>
                  <a:pt x="157163" y="68446"/>
                </a:cubicBezTo>
                <a:lnTo>
                  <a:pt x="157163" y="200025"/>
                </a:lnTo>
                <a:lnTo>
                  <a:pt x="228600" y="200025"/>
                </a:lnTo>
                <a:cubicBezTo>
                  <a:pt x="236503" y="200025"/>
                  <a:pt x="242888" y="206410"/>
                  <a:pt x="242888" y="214313"/>
                </a:cubicBezTo>
                <a:cubicBezTo>
                  <a:pt x="242888" y="222215"/>
                  <a:pt x="236503" y="228600"/>
                  <a:pt x="228600" y="228600"/>
                </a:cubicBezTo>
                <a:lnTo>
                  <a:pt x="57150" y="228600"/>
                </a:lnTo>
                <a:cubicBezTo>
                  <a:pt x="49247" y="228600"/>
                  <a:pt x="42863" y="222215"/>
                  <a:pt x="42863" y="214313"/>
                </a:cubicBezTo>
                <a:cubicBezTo>
                  <a:pt x="42863" y="206410"/>
                  <a:pt x="49247" y="200025"/>
                  <a:pt x="57150" y="200025"/>
                </a:cubicBezTo>
                <a:lnTo>
                  <a:pt x="128588" y="200025"/>
                </a:lnTo>
                <a:lnTo>
                  <a:pt x="128588" y="68446"/>
                </a:lnTo>
                <a:cubicBezTo>
                  <a:pt x="118095" y="63847"/>
                  <a:pt x="110192" y="54337"/>
                  <a:pt x="107871" y="42863"/>
                </a:cubicBezTo>
                <a:lnTo>
                  <a:pt x="57150" y="42863"/>
                </a:lnTo>
                <a:cubicBezTo>
                  <a:pt x="49247" y="42863"/>
                  <a:pt x="42863" y="36478"/>
                  <a:pt x="42863" y="28575"/>
                </a:cubicBezTo>
                <a:cubicBezTo>
                  <a:pt x="42863" y="20672"/>
                  <a:pt x="49247" y="14288"/>
                  <a:pt x="57150" y="14288"/>
                </a:cubicBezTo>
                <a:lnTo>
                  <a:pt x="114300" y="14288"/>
                </a:lnTo>
                <a:cubicBezTo>
                  <a:pt x="120819" y="5626"/>
                  <a:pt x="131177" y="0"/>
                  <a:pt x="142875" y="0"/>
                </a:cubicBezTo>
                <a:cubicBezTo>
                  <a:pt x="154573" y="0"/>
                  <a:pt x="164931" y="5626"/>
                  <a:pt x="171450" y="14288"/>
                </a:cubicBezTo>
                <a:close/>
                <a:moveTo>
                  <a:pt x="196275" y="142875"/>
                </a:moveTo>
                <a:lnTo>
                  <a:pt x="260925" y="142875"/>
                </a:lnTo>
                <a:lnTo>
                  <a:pt x="228600" y="87422"/>
                </a:lnTo>
                <a:lnTo>
                  <a:pt x="196275" y="142875"/>
                </a:lnTo>
                <a:close/>
                <a:moveTo>
                  <a:pt x="228600" y="185738"/>
                </a:moveTo>
                <a:cubicBezTo>
                  <a:pt x="200516" y="185738"/>
                  <a:pt x="177165" y="170557"/>
                  <a:pt x="172343" y="150510"/>
                </a:cubicBezTo>
                <a:cubicBezTo>
                  <a:pt x="171182" y="145599"/>
                  <a:pt x="172789" y="140553"/>
                  <a:pt x="175334" y="136178"/>
                </a:cubicBezTo>
                <a:lnTo>
                  <a:pt x="217840" y="63311"/>
                </a:lnTo>
                <a:cubicBezTo>
                  <a:pt x="220072" y="59472"/>
                  <a:pt x="224180" y="57150"/>
                  <a:pt x="228600" y="57150"/>
                </a:cubicBezTo>
                <a:cubicBezTo>
                  <a:pt x="233020" y="57150"/>
                  <a:pt x="237128" y="59516"/>
                  <a:pt x="239360" y="63311"/>
                </a:cubicBezTo>
                <a:lnTo>
                  <a:pt x="281866" y="136178"/>
                </a:lnTo>
                <a:cubicBezTo>
                  <a:pt x="284411" y="140553"/>
                  <a:pt x="286018" y="145599"/>
                  <a:pt x="284857" y="150510"/>
                </a:cubicBezTo>
                <a:cubicBezTo>
                  <a:pt x="280035" y="170512"/>
                  <a:pt x="256684" y="185738"/>
                  <a:pt x="228600" y="185738"/>
                </a:cubicBezTo>
                <a:close/>
                <a:moveTo>
                  <a:pt x="56614" y="87422"/>
                </a:moveTo>
                <a:lnTo>
                  <a:pt x="24289" y="142875"/>
                </a:lnTo>
                <a:lnTo>
                  <a:pt x="88984" y="142875"/>
                </a:lnTo>
                <a:lnTo>
                  <a:pt x="56614" y="87422"/>
                </a:lnTo>
                <a:close/>
                <a:moveTo>
                  <a:pt x="402" y="150510"/>
                </a:moveTo>
                <a:cubicBezTo>
                  <a:pt x="-759" y="145599"/>
                  <a:pt x="848" y="140553"/>
                  <a:pt x="3393" y="136178"/>
                </a:cubicBezTo>
                <a:lnTo>
                  <a:pt x="45899" y="63311"/>
                </a:lnTo>
                <a:cubicBezTo>
                  <a:pt x="48131" y="59472"/>
                  <a:pt x="52239" y="57150"/>
                  <a:pt x="56659" y="57150"/>
                </a:cubicBezTo>
                <a:cubicBezTo>
                  <a:pt x="61079" y="57150"/>
                  <a:pt x="65187" y="59516"/>
                  <a:pt x="67419" y="63311"/>
                </a:cubicBezTo>
                <a:lnTo>
                  <a:pt x="109924" y="136178"/>
                </a:lnTo>
                <a:cubicBezTo>
                  <a:pt x="112469" y="140553"/>
                  <a:pt x="114077" y="145599"/>
                  <a:pt x="112916" y="150510"/>
                </a:cubicBezTo>
                <a:cubicBezTo>
                  <a:pt x="108094" y="170512"/>
                  <a:pt x="84743" y="185738"/>
                  <a:pt x="56659" y="185738"/>
                </a:cubicBezTo>
                <a:cubicBezTo>
                  <a:pt x="28575" y="185738"/>
                  <a:pt x="5224" y="170557"/>
                  <a:pt x="402" y="15051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Text 28"/>
          <p:cNvSpPr/>
          <p:nvPr/>
        </p:nvSpPr>
        <p:spPr>
          <a:xfrm>
            <a:off x="7176846" y="4023179"/>
            <a:ext cx="1428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成本与环保压力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9" name="Shape 29"/>
          <p:cNvSpPr/>
          <p:nvPr/>
        </p:nvSpPr>
        <p:spPr>
          <a:xfrm>
            <a:off x="7176846" y="4327979"/>
            <a:ext cx="1404000" cy="304800"/>
          </a:xfrm>
          <a:custGeom>
            <a:avLst/>
            <a:gdLst/>
            <a:ahLst/>
            <a:cxnLst/>
            <a:rect l="l" t="t" r="r" b="b"/>
            <a:pathLst>
              <a:path w="1295400" h="304800">
                <a:moveTo>
                  <a:pt x="152400" y="0"/>
                </a:moveTo>
                <a:lnTo>
                  <a:pt x="1143000" y="0"/>
                </a:lnTo>
                <a:cubicBezTo>
                  <a:pt x="1227112" y="0"/>
                  <a:pt x="1295400" y="68288"/>
                  <a:pt x="1295400" y="152400"/>
                </a:cubicBezTo>
                <a:lnTo>
                  <a:pt x="1295400" y="152400"/>
                </a:lnTo>
                <a:cubicBezTo>
                  <a:pt x="1295400" y="236512"/>
                  <a:pt x="1227112" y="304800"/>
                  <a:pt x="11430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Text 30"/>
          <p:cNvSpPr/>
          <p:nvPr/>
        </p:nvSpPr>
        <p:spPr>
          <a:xfrm>
            <a:off x="7291146" y="4390572"/>
            <a:ext cx="1295400" cy="1796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accent1"/>
                </a:solidFill>
                <a:cs typeface="+mn-ea"/>
                <a:sym typeface="+mn-lt"/>
              </a:rPr>
              <a:t>成本占比 30-50%</a:t>
            </a:r>
            <a:endParaRPr lang="en-US" sz="12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31" name="Text 31"/>
          <p:cNvSpPr/>
          <p:nvPr/>
        </p:nvSpPr>
        <p:spPr>
          <a:xfrm>
            <a:off x="6491047" y="4785179"/>
            <a:ext cx="4786554" cy="10382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8F8F8F"/>
                </a:solidFill>
                <a:latin typeface="+mn-ea"/>
                <a:cs typeface="+mn-ea"/>
                <a:sym typeface="+mn-lt"/>
              </a:rPr>
              <a:t>材料成本占比高达30-50%，浪费直接导致经济损失；同时面临日益严格的环保政策压力。</a:t>
            </a:r>
            <a:endParaRPr lang="en-US" sz="1400" dirty="0">
              <a:latin typeface="+mn-ea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解决方案</a:t>
            </a:r>
            <a:r>
              <a:rPr lang="en-US" altLang="zh-CN" dirty="0"/>
              <a:t>——</a:t>
            </a:r>
            <a:r>
              <a:rPr lang="zh-CN" altLang="en-US" dirty="0"/>
              <a:t>打造“最强切割大脑”</a:t>
            </a:r>
            <a:endParaRPr lang="zh-CN" altLang="en-US" dirty="0"/>
          </a:p>
        </p:txBody>
      </p:sp>
      <p:sp>
        <p:nvSpPr>
          <p:cNvPr id="16" name="Shape 4"/>
          <p:cNvSpPr/>
          <p:nvPr/>
        </p:nvSpPr>
        <p:spPr>
          <a:xfrm>
            <a:off x="738224" y="1215763"/>
            <a:ext cx="4618018" cy="1529815"/>
          </a:xfrm>
          <a:custGeom>
            <a:avLst/>
            <a:gdLst/>
            <a:ahLst/>
            <a:cxnLst/>
            <a:rect l="l" t="t" r="r" b="b"/>
            <a:pathLst>
              <a:path w="5615039" h="2460795">
                <a:moveTo>
                  <a:pt x="113320" y="0"/>
                </a:moveTo>
                <a:lnTo>
                  <a:pt x="5501719" y="0"/>
                </a:lnTo>
                <a:cubicBezTo>
                  <a:pt x="5564304" y="0"/>
                  <a:pt x="5615039" y="50735"/>
                  <a:pt x="5615039" y="113320"/>
                </a:cubicBezTo>
                <a:lnTo>
                  <a:pt x="5615039" y="2347476"/>
                </a:lnTo>
                <a:cubicBezTo>
                  <a:pt x="5615039" y="2410060"/>
                  <a:pt x="5564304" y="2460795"/>
                  <a:pt x="5501719" y="2460795"/>
                </a:cubicBezTo>
                <a:lnTo>
                  <a:pt x="113320" y="2460795"/>
                </a:lnTo>
                <a:cubicBezTo>
                  <a:pt x="50735" y="2460795"/>
                  <a:pt x="0" y="2410060"/>
                  <a:pt x="0" y="2347476"/>
                </a:cubicBezTo>
                <a:lnTo>
                  <a:pt x="0" y="113320"/>
                </a:lnTo>
                <a:cubicBezTo>
                  <a:pt x="0" y="50735"/>
                  <a:pt x="50735" y="0"/>
                  <a:pt x="113320" y="0"/>
                </a:cubicBezTo>
                <a:close/>
              </a:path>
            </a:pathLst>
          </a:custGeom>
          <a:gradFill flip="none" rotWithShape="1">
            <a:gsLst>
              <a:gs pos="1000">
                <a:schemeClr val="accent1">
                  <a:lumMod val="20000"/>
                  <a:lumOff val="80000"/>
                  <a:alpha val="20000"/>
                </a:schemeClr>
              </a:gs>
              <a:gs pos="100000">
                <a:schemeClr val="accent1">
                  <a:lumMod val="20000"/>
                  <a:lumOff val="80000"/>
                  <a:alpha val="50000"/>
                </a:schemeClr>
              </a:gs>
            </a:gsLst>
            <a:lin ang="2700000" scaled="1"/>
          </a:gradFill>
          <a:ln w="7257">
            <a:noFill/>
            <a:prstDash val="solid"/>
          </a:ln>
          <a:effectLst>
            <a:outerShdw blurRad="50800" dist="38100" dir="2700000" algn="tl" rotWithShape="0">
              <a:schemeClr val="accent1">
                <a:alpha val="10000"/>
              </a:scheme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2"/>
          <p:cNvSpPr/>
          <p:nvPr/>
        </p:nvSpPr>
        <p:spPr>
          <a:xfrm>
            <a:off x="977467" y="1327649"/>
            <a:ext cx="604406" cy="604406"/>
          </a:xfrm>
          <a:custGeom>
            <a:avLst/>
            <a:gdLst/>
            <a:ahLst/>
            <a:cxnLst/>
            <a:rect l="l" t="t" r="r" b="b"/>
            <a:pathLst>
              <a:path w="604406" h="604406">
                <a:moveTo>
                  <a:pt x="151101" y="0"/>
                </a:moveTo>
                <a:lnTo>
                  <a:pt x="453304" y="0"/>
                </a:lnTo>
                <a:cubicBezTo>
                  <a:pt x="536700" y="0"/>
                  <a:pt x="604406" y="67706"/>
                  <a:pt x="604406" y="151101"/>
                </a:cubicBezTo>
                <a:lnTo>
                  <a:pt x="604406" y="453304"/>
                </a:lnTo>
                <a:cubicBezTo>
                  <a:pt x="604406" y="536700"/>
                  <a:pt x="536700" y="604406"/>
                  <a:pt x="453304" y="604406"/>
                </a:cubicBezTo>
                <a:lnTo>
                  <a:pt x="151101" y="604406"/>
                </a:lnTo>
                <a:cubicBezTo>
                  <a:pt x="67706" y="604406"/>
                  <a:pt x="0" y="536700"/>
                  <a:pt x="0" y="453304"/>
                </a:cubicBezTo>
                <a:lnTo>
                  <a:pt x="0" y="151101"/>
                </a:lnTo>
                <a:cubicBezTo>
                  <a:pt x="0" y="67650"/>
                  <a:pt x="67650" y="0"/>
                  <a:pt x="151101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2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13"/>
          <p:cNvSpPr/>
          <p:nvPr/>
        </p:nvSpPr>
        <p:spPr>
          <a:xfrm>
            <a:off x="1140374" y="1488195"/>
            <a:ext cx="283315" cy="283315"/>
          </a:xfrm>
          <a:custGeom>
            <a:avLst/>
            <a:gdLst/>
            <a:ahLst/>
            <a:cxnLst/>
            <a:rect l="l" t="t" r="r" b="b"/>
            <a:pathLst>
              <a:path w="283315" h="283315">
                <a:moveTo>
                  <a:pt x="66402" y="30988"/>
                </a:moveTo>
                <a:cubicBezTo>
                  <a:pt x="66402" y="13889"/>
                  <a:pt x="80291" y="0"/>
                  <a:pt x="97390" y="0"/>
                </a:cubicBezTo>
                <a:lnTo>
                  <a:pt x="110670" y="0"/>
                </a:lnTo>
                <a:cubicBezTo>
                  <a:pt x="120464" y="0"/>
                  <a:pt x="128377" y="7913"/>
                  <a:pt x="128377" y="17707"/>
                </a:cubicBezTo>
                <a:lnTo>
                  <a:pt x="128377" y="265608"/>
                </a:lnTo>
                <a:cubicBezTo>
                  <a:pt x="128377" y="275402"/>
                  <a:pt x="120464" y="283315"/>
                  <a:pt x="110670" y="283315"/>
                </a:cubicBezTo>
                <a:lnTo>
                  <a:pt x="92963" y="283315"/>
                </a:lnTo>
                <a:cubicBezTo>
                  <a:pt x="76473" y="283315"/>
                  <a:pt x="62584" y="272027"/>
                  <a:pt x="58655" y="256754"/>
                </a:cubicBezTo>
                <a:cubicBezTo>
                  <a:pt x="58268" y="256754"/>
                  <a:pt x="57936" y="256754"/>
                  <a:pt x="57548" y="256754"/>
                </a:cubicBezTo>
                <a:cubicBezTo>
                  <a:pt x="33090" y="256754"/>
                  <a:pt x="13280" y="236945"/>
                  <a:pt x="13280" y="212486"/>
                </a:cubicBezTo>
                <a:cubicBezTo>
                  <a:pt x="13280" y="202526"/>
                  <a:pt x="16601" y="193341"/>
                  <a:pt x="22134" y="185926"/>
                </a:cubicBezTo>
                <a:cubicBezTo>
                  <a:pt x="11399" y="177847"/>
                  <a:pt x="4427" y="165009"/>
                  <a:pt x="4427" y="150511"/>
                </a:cubicBezTo>
                <a:cubicBezTo>
                  <a:pt x="4427" y="133413"/>
                  <a:pt x="14166" y="118528"/>
                  <a:pt x="28332" y="111168"/>
                </a:cubicBezTo>
                <a:cubicBezTo>
                  <a:pt x="24403" y="104528"/>
                  <a:pt x="22134" y="96781"/>
                  <a:pt x="22134" y="88536"/>
                </a:cubicBezTo>
                <a:cubicBezTo>
                  <a:pt x="22134" y="64078"/>
                  <a:pt x="41944" y="44268"/>
                  <a:pt x="66402" y="44268"/>
                </a:cubicBezTo>
                <a:lnTo>
                  <a:pt x="66402" y="30988"/>
                </a:lnTo>
                <a:close/>
                <a:moveTo>
                  <a:pt x="216913" y="30988"/>
                </a:moveTo>
                <a:lnTo>
                  <a:pt x="216913" y="44268"/>
                </a:lnTo>
                <a:cubicBezTo>
                  <a:pt x="241371" y="44268"/>
                  <a:pt x="261181" y="64078"/>
                  <a:pt x="261181" y="88536"/>
                </a:cubicBezTo>
                <a:cubicBezTo>
                  <a:pt x="261181" y="96836"/>
                  <a:pt x="258913" y="104583"/>
                  <a:pt x="254984" y="111168"/>
                </a:cubicBezTo>
                <a:cubicBezTo>
                  <a:pt x="269205" y="118528"/>
                  <a:pt x="278888" y="133357"/>
                  <a:pt x="278888" y="150511"/>
                </a:cubicBezTo>
                <a:cubicBezTo>
                  <a:pt x="278888" y="165009"/>
                  <a:pt x="271916" y="177847"/>
                  <a:pt x="261181" y="185926"/>
                </a:cubicBezTo>
                <a:cubicBezTo>
                  <a:pt x="266715" y="193341"/>
                  <a:pt x="270035" y="202526"/>
                  <a:pt x="270035" y="212486"/>
                </a:cubicBezTo>
                <a:cubicBezTo>
                  <a:pt x="270035" y="236945"/>
                  <a:pt x="250225" y="256754"/>
                  <a:pt x="225767" y="256754"/>
                </a:cubicBezTo>
                <a:cubicBezTo>
                  <a:pt x="225380" y="256754"/>
                  <a:pt x="225047" y="256754"/>
                  <a:pt x="224660" y="256754"/>
                </a:cubicBezTo>
                <a:cubicBezTo>
                  <a:pt x="220731" y="272027"/>
                  <a:pt x="206842" y="283315"/>
                  <a:pt x="190352" y="283315"/>
                </a:cubicBezTo>
                <a:lnTo>
                  <a:pt x="172645" y="283315"/>
                </a:lnTo>
                <a:cubicBezTo>
                  <a:pt x="162851" y="283315"/>
                  <a:pt x="154938" y="275402"/>
                  <a:pt x="154938" y="265608"/>
                </a:cubicBezTo>
                <a:lnTo>
                  <a:pt x="154938" y="17707"/>
                </a:lnTo>
                <a:cubicBezTo>
                  <a:pt x="154938" y="7913"/>
                  <a:pt x="162851" y="0"/>
                  <a:pt x="172645" y="0"/>
                </a:cubicBezTo>
                <a:lnTo>
                  <a:pt x="185926" y="0"/>
                </a:lnTo>
                <a:cubicBezTo>
                  <a:pt x="203024" y="0"/>
                  <a:pt x="216913" y="13889"/>
                  <a:pt x="216913" y="30988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4" name="Text 14"/>
          <p:cNvSpPr/>
          <p:nvPr/>
        </p:nvSpPr>
        <p:spPr>
          <a:xfrm>
            <a:off x="1720917" y="1327649"/>
            <a:ext cx="1833420" cy="3041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智能规划</a:t>
            </a:r>
            <a:endParaRPr lang="en-US" sz="1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 15"/>
          <p:cNvSpPr/>
          <p:nvPr/>
        </p:nvSpPr>
        <p:spPr>
          <a:xfrm>
            <a:off x="968824" y="2007655"/>
            <a:ext cx="3951965" cy="491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iSans" pitchFamily="34" charset="-120"/>
              </a:rPr>
              <a:t>无需人工干预，系统全自动生成最优切割方案，彻底解放人力，提升规划效率数十倍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1661472" y="1685316"/>
            <a:ext cx="1461825" cy="188877"/>
            <a:chOff x="1274118" y="2347469"/>
            <a:chExt cx="1461825" cy="188877"/>
          </a:xfrm>
        </p:grpSpPr>
        <p:sp>
          <p:nvSpPr>
            <p:cNvPr id="27" name="Shape 16"/>
            <p:cNvSpPr/>
            <p:nvPr/>
          </p:nvSpPr>
          <p:spPr>
            <a:xfrm>
              <a:off x="1274118" y="2366357"/>
              <a:ext cx="151101" cy="151101"/>
            </a:xfrm>
            <a:custGeom>
              <a:avLst/>
              <a:gdLst/>
              <a:ahLst/>
              <a:cxnLst/>
              <a:rect l="l" t="t" r="r" b="b"/>
              <a:pathLst>
                <a:path w="151101" h="151101">
                  <a:moveTo>
                    <a:pt x="75551" y="151101"/>
                  </a:moveTo>
                  <a:cubicBezTo>
                    <a:pt x="117248" y="151101"/>
                    <a:pt x="151101" y="117248"/>
                    <a:pt x="151101" y="75551"/>
                  </a:cubicBezTo>
                  <a:cubicBezTo>
                    <a:pt x="151101" y="33853"/>
                    <a:pt x="117248" y="0"/>
                    <a:pt x="75551" y="0"/>
                  </a:cubicBezTo>
                  <a:cubicBezTo>
                    <a:pt x="33853" y="0"/>
                    <a:pt x="0" y="33853"/>
                    <a:pt x="0" y="75551"/>
                  </a:cubicBezTo>
                  <a:cubicBezTo>
                    <a:pt x="0" y="117248"/>
                    <a:pt x="33853" y="151101"/>
                    <a:pt x="75551" y="151101"/>
                  </a:cubicBezTo>
                  <a:close/>
                  <a:moveTo>
                    <a:pt x="100459" y="62772"/>
                  </a:moveTo>
                  <a:lnTo>
                    <a:pt x="76849" y="100547"/>
                  </a:lnTo>
                  <a:cubicBezTo>
                    <a:pt x="75610" y="102525"/>
                    <a:pt x="73485" y="103764"/>
                    <a:pt x="71153" y="103882"/>
                  </a:cubicBezTo>
                  <a:cubicBezTo>
                    <a:pt x="68822" y="104000"/>
                    <a:pt x="66579" y="102938"/>
                    <a:pt x="65192" y="101049"/>
                  </a:cubicBezTo>
                  <a:lnTo>
                    <a:pt x="51026" y="82161"/>
                  </a:lnTo>
                  <a:cubicBezTo>
                    <a:pt x="48665" y="79033"/>
                    <a:pt x="49315" y="74606"/>
                    <a:pt x="52443" y="72245"/>
                  </a:cubicBezTo>
                  <a:cubicBezTo>
                    <a:pt x="55571" y="69884"/>
                    <a:pt x="59998" y="70534"/>
                    <a:pt x="62359" y="73662"/>
                  </a:cubicBezTo>
                  <a:lnTo>
                    <a:pt x="70327" y="84286"/>
                  </a:lnTo>
                  <a:lnTo>
                    <a:pt x="88447" y="55276"/>
                  </a:lnTo>
                  <a:cubicBezTo>
                    <a:pt x="90513" y="51971"/>
                    <a:pt x="94881" y="50938"/>
                    <a:pt x="98216" y="53033"/>
                  </a:cubicBezTo>
                  <a:cubicBezTo>
                    <a:pt x="101551" y="55128"/>
                    <a:pt x="102554" y="59467"/>
                    <a:pt x="100459" y="62802"/>
                  </a:cubicBezTo>
                  <a:close/>
                </a:path>
              </a:pathLst>
            </a:custGeom>
            <a:solidFill>
              <a:schemeClr val="accent1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Text 17"/>
            <p:cNvSpPr/>
            <p:nvPr/>
          </p:nvSpPr>
          <p:spPr>
            <a:xfrm>
              <a:off x="1519658" y="2347469"/>
              <a:ext cx="1216285" cy="18887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40" b="1" dirty="0">
                  <a:solidFill>
                    <a:schemeClr val="accent1"/>
                  </a:solidFill>
                  <a:latin typeface="+mn-ea"/>
                  <a:cs typeface="MiSans" pitchFamily="34" charset="-120"/>
                </a:rPr>
                <a:t>全自动 · 零人工</a:t>
              </a:r>
              <a:endParaRPr lang="en-US" sz="1600" dirty="0">
                <a:solidFill>
                  <a:schemeClr val="accent1"/>
                </a:solidFill>
                <a:latin typeface="+mn-ea"/>
              </a:endParaRPr>
            </a:p>
          </p:txBody>
        </p:sp>
      </p:grpSp>
      <p:sp>
        <p:nvSpPr>
          <p:cNvPr id="51" name="Shape 4"/>
          <p:cNvSpPr/>
          <p:nvPr/>
        </p:nvSpPr>
        <p:spPr>
          <a:xfrm>
            <a:off x="684262" y="2963621"/>
            <a:ext cx="4618018" cy="1529815"/>
          </a:xfrm>
          <a:custGeom>
            <a:avLst/>
            <a:gdLst/>
            <a:ahLst/>
            <a:cxnLst/>
            <a:rect l="l" t="t" r="r" b="b"/>
            <a:pathLst>
              <a:path w="5615039" h="2460795">
                <a:moveTo>
                  <a:pt x="113320" y="0"/>
                </a:moveTo>
                <a:lnTo>
                  <a:pt x="5501719" y="0"/>
                </a:lnTo>
                <a:cubicBezTo>
                  <a:pt x="5564304" y="0"/>
                  <a:pt x="5615039" y="50735"/>
                  <a:pt x="5615039" y="113320"/>
                </a:cubicBezTo>
                <a:lnTo>
                  <a:pt x="5615039" y="2347476"/>
                </a:lnTo>
                <a:cubicBezTo>
                  <a:pt x="5615039" y="2410060"/>
                  <a:pt x="5564304" y="2460795"/>
                  <a:pt x="5501719" y="2460795"/>
                </a:cubicBezTo>
                <a:lnTo>
                  <a:pt x="113320" y="2460795"/>
                </a:lnTo>
                <a:cubicBezTo>
                  <a:pt x="50735" y="2460795"/>
                  <a:pt x="0" y="2410060"/>
                  <a:pt x="0" y="2347476"/>
                </a:cubicBezTo>
                <a:lnTo>
                  <a:pt x="0" y="113320"/>
                </a:lnTo>
                <a:cubicBezTo>
                  <a:pt x="0" y="50735"/>
                  <a:pt x="50735" y="0"/>
                  <a:pt x="113320" y="0"/>
                </a:cubicBezTo>
                <a:close/>
              </a:path>
            </a:pathLst>
          </a:custGeom>
          <a:gradFill flip="none" rotWithShape="1">
            <a:gsLst>
              <a:gs pos="1000">
                <a:schemeClr val="accent1">
                  <a:lumMod val="20000"/>
                  <a:lumOff val="80000"/>
                  <a:alpha val="20000"/>
                </a:schemeClr>
              </a:gs>
              <a:gs pos="100000">
                <a:schemeClr val="accent1">
                  <a:lumMod val="20000"/>
                  <a:lumOff val="80000"/>
                  <a:alpha val="50000"/>
                </a:schemeClr>
              </a:gs>
            </a:gsLst>
            <a:lin ang="2700000" scaled="1"/>
          </a:gradFill>
          <a:ln w="7257">
            <a:noFill/>
            <a:prstDash val="solid"/>
          </a:ln>
          <a:effectLst>
            <a:outerShdw blurRad="50800" dist="38100" dir="2700000" algn="tl" rotWithShape="0">
              <a:schemeClr val="accent1">
                <a:alpha val="10000"/>
              </a:scheme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12"/>
          <p:cNvSpPr/>
          <p:nvPr/>
        </p:nvSpPr>
        <p:spPr>
          <a:xfrm>
            <a:off x="923505" y="3075507"/>
            <a:ext cx="604406" cy="604406"/>
          </a:xfrm>
          <a:custGeom>
            <a:avLst/>
            <a:gdLst/>
            <a:ahLst/>
            <a:cxnLst/>
            <a:rect l="l" t="t" r="r" b="b"/>
            <a:pathLst>
              <a:path w="604406" h="604406">
                <a:moveTo>
                  <a:pt x="151101" y="0"/>
                </a:moveTo>
                <a:lnTo>
                  <a:pt x="453304" y="0"/>
                </a:lnTo>
                <a:cubicBezTo>
                  <a:pt x="536700" y="0"/>
                  <a:pt x="604406" y="67706"/>
                  <a:pt x="604406" y="151101"/>
                </a:cubicBezTo>
                <a:lnTo>
                  <a:pt x="604406" y="453304"/>
                </a:lnTo>
                <a:cubicBezTo>
                  <a:pt x="604406" y="536700"/>
                  <a:pt x="536700" y="604406"/>
                  <a:pt x="453304" y="604406"/>
                </a:cubicBezTo>
                <a:lnTo>
                  <a:pt x="151101" y="604406"/>
                </a:lnTo>
                <a:cubicBezTo>
                  <a:pt x="67706" y="604406"/>
                  <a:pt x="0" y="536700"/>
                  <a:pt x="0" y="453304"/>
                </a:cubicBezTo>
                <a:lnTo>
                  <a:pt x="0" y="151101"/>
                </a:lnTo>
                <a:cubicBezTo>
                  <a:pt x="0" y="67650"/>
                  <a:pt x="67650" y="0"/>
                  <a:pt x="151101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2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4" name="Text 14"/>
          <p:cNvSpPr/>
          <p:nvPr/>
        </p:nvSpPr>
        <p:spPr>
          <a:xfrm>
            <a:off x="1666955" y="3075507"/>
            <a:ext cx="1833420" cy="3041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+mn-ea"/>
              </a:rPr>
              <a:t>精准计算</a:t>
            </a:r>
            <a:endParaRPr lang="zh-CN" altLang="en-US" sz="1400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55" name="Text 15"/>
          <p:cNvSpPr/>
          <p:nvPr/>
        </p:nvSpPr>
        <p:spPr>
          <a:xfrm>
            <a:off x="914862" y="3755513"/>
            <a:ext cx="3951965" cy="491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zh-CN" altLang="en-US" sz="119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iSans" pitchFamily="34" charset="-120"/>
              </a:rPr>
              <a:t>考虑所有约束条件，将材料利用率提升至</a:t>
            </a:r>
            <a:r>
              <a:rPr lang="en-US" altLang="zh-CN" sz="119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iSans" pitchFamily="34" charset="-120"/>
              </a:rPr>
              <a:t>95%~99%</a:t>
            </a:r>
            <a:r>
              <a:rPr lang="zh-CN" altLang="en-US" sz="119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iSans" pitchFamily="34" charset="-120"/>
              </a:rPr>
              <a:t>，实现零缺货、少超产，精度达毫米级</a:t>
            </a:r>
            <a:endParaRPr lang="zh-CN" altLang="en-US" sz="119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MiSans" pitchFamily="34" charset="-120"/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1607510" y="3433174"/>
            <a:ext cx="1461825" cy="188877"/>
            <a:chOff x="1274118" y="2347469"/>
            <a:chExt cx="1461825" cy="188877"/>
          </a:xfrm>
        </p:grpSpPr>
        <p:sp>
          <p:nvSpPr>
            <p:cNvPr id="57" name="Shape 16"/>
            <p:cNvSpPr/>
            <p:nvPr/>
          </p:nvSpPr>
          <p:spPr>
            <a:xfrm>
              <a:off x="1274118" y="2366357"/>
              <a:ext cx="151101" cy="151101"/>
            </a:xfrm>
            <a:custGeom>
              <a:avLst/>
              <a:gdLst/>
              <a:ahLst/>
              <a:cxnLst/>
              <a:rect l="l" t="t" r="r" b="b"/>
              <a:pathLst>
                <a:path w="151101" h="151101">
                  <a:moveTo>
                    <a:pt x="75551" y="151101"/>
                  </a:moveTo>
                  <a:cubicBezTo>
                    <a:pt x="117248" y="151101"/>
                    <a:pt x="151101" y="117248"/>
                    <a:pt x="151101" y="75551"/>
                  </a:cubicBezTo>
                  <a:cubicBezTo>
                    <a:pt x="151101" y="33853"/>
                    <a:pt x="117248" y="0"/>
                    <a:pt x="75551" y="0"/>
                  </a:cubicBezTo>
                  <a:cubicBezTo>
                    <a:pt x="33853" y="0"/>
                    <a:pt x="0" y="33853"/>
                    <a:pt x="0" y="75551"/>
                  </a:cubicBezTo>
                  <a:cubicBezTo>
                    <a:pt x="0" y="117248"/>
                    <a:pt x="33853" y="151101"/>
                    <a:pt x="75551" y="151101"/>
                  </a:cubicBezTo>
                  <a:close/>
                  <a:moveTo>
                    <a:pt x="100459" y="62772"/>
                  </a:moveTo>
                  <a:lnTo>
                    <a:pt x="76849" y="100547"/>
                  </a:lnTo>
                  <a:cubicBezTo>
                    <a:pt x="75610" y="102525"/>
                    <a:pt x="73485" y="103764"/>
                    <a:pt x="71153" y="103882"/>
                  </a:cubicBezTo>
                  <a:cubicBezTo>
                    <a:pt x="68822" y="104000"/>
                    <a:pt x="66579" y="102938"/>
                    <a:pt x="65192" y="101049"/>
                  </a:cubicBezTo>
                  <a:lnTo>
                    <a:pt x="51026" y="82161"/>
                  </a:lnTo>
                  <a:cubicBezTo>
                    <a:pt x="48665" y="79033"/>
                    <a:pt x="49315" y="74606"/>
                    <a:pt x="52443" y="72245"/>
                  </a:cubicBezTo>
                  <a:cubicBezTo>
                    <a:pt x="55571" y="69884"/>
                    <a:pt x="59998" y="70534"/>
                    <a:pt x="62359" y="73662"/>
                  </a:cubicBezTo>
                  <a:lnTo>
                    <a:pt x="70327" y="84286"/>
                  </a:lnTo>
                  <a:lnTo>
                    <a:pt x="88447" y="55276"/>
                  </a:lnTo>
                  <a:cubicBezTo>
                    <a:pt x="90513" y="51971"/>
                    <a:pt x="94881" y="50938"/>
                    <a:pt x="98216" y="53033"/>
                  </a:cubicBezTo>
                  <a:cubicBezTo>
                    <a:pt x="101551" y="55128"/>
                    <a:pt x="102554" y="59467"/>
                    <a:pt x="100459" y="62802"/>
                  </a:cubicBezTo>
                  <a:close/>
                </a:path>
              </a:pathLst>
            </a:custGeom>
            <a:solidFill>
              <a:schemeClr val="accent1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Text 17"/>
            <p:cNvSpPr/>
            <p:nvPr/>
          </p:nvSpPr>
          <p:spPr>
            <a:xfrm>
              <a:off x="1519658" y="2347469"/>
              <a:ext cx="1216285" cy="18887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altLang="zh-CN" sz="1040" b="1" dirty="0">
                  <a:solidFill>
                    <a:schemeClr val="accent1"/>
                  </a:solidFill>
                  <a:latin typeface="+mn-ea"/>
                  <a:cs typeface="MiSans" pitchFamily="34" charset="-120"/>
                </a:rPr>
                <a:t>95%~99% </a:t>
              </a:r>
              <a:r>
                <a:rPr lang="zh-CN" altLang="en-US" sz="1040" b="1" dirty="0">
                  <a:solidFill>
                    <a:schemeClr val="accent1"/>
                  </a:solidFill>
                  <a:latin typeface="+mn-ea"/>
                  <a:cs typeface="MiSans" pitchFamily="34" charset="-120"/>
                </a:rPr>
                <a:t>利用率</a:t>
              </a:r>
              <a:endParaRPr lang="zh-CN" altLang="en-US" sz="1040" b="1" dirty="0">
                <a:solidFill>
                  <a:schemeClr val="accent1"/>
                </a:solidFill>
                <a:latin typeface="+mn-ea"/>
                <a:cs typeface="MiSans" pitchFamily="34" charset="-120"/>
              </a:endParaRPr>
            </a:p>
          </p:txBody>
        </p:sp>
      </p:grpSp>
      <p:sp>
        <p:nvSpPr>
          <p:cNvPr id="59" name="Shape 19"/>
          <p:cNvSpPr/>
          <p:nvPr/>
        </p:nvSpPr>
        <p:spPr>
          <a:xfrm>
            <a:off x="1086412" y="3215802"/>
            <a:ext cx="283315" cy="283315"/>
          </a:xfrm>
          <a:custGeom>
            <a:avLst/>
            <a:gdLst/>
            <a:ahLst/>
            <a:cxnLst/>
            <a:rect l="l" t="t" r="r" b="b"/>
            <a:pathLst>
              <a:path w="283315" h="283315">
                <a:moveTo>
                  <a:pt x="247901" y="141658"/>
                </a:moveTo>
                <a:cubicBezTo>
                  <a:pt x="247901" y="83020"/>
                  <a:pt x="200295" y="35414"/>
                  <a:pt x="141658" y="35414"/>
                </a:cubicBezTo>
                <a:cubicBezTo>
                  <a:pt x="83020" y="35414"/>
                  <a:pt x="35414" y="83020"/>
                  <a:pt x="35414" y="141658"/>
                </a:cubicBezTo>
                <a:cubicBezTo>
                  <a:pt x="35414" y="200295"/>
                  <a:pt x="83020" y="247901"/>
                  <a:pt x="141658" y="247901"/>
                </a:cubicBezTo>
                <a:cubicBezTo>
                  <a:pt x="200295" y="247901"/>
                  <a:pt x="247901" y="200295"/>
                  <a:pt x="247901" y="141658"/>
                </a:cubicBezTo>
                <a:close/>
                <a:moveTo>
                  <a:pt x="0" y="141658"/>
                </a:moveTo>
                <a:cubicBezTo>
                  <a:pt x="0" y="63475"/>
                  <a:pt x="63475" y="0"/>
                  <a:pt x="141658" y="0"/>
                </a:cubicBezTo>
                <a:cubicBezTo>
                  <a:pt x="219841" y="0"/>
                  <a:pt x="283315" y="63475"/>
                  <a:pt x="283315" y="141658"/>
                </a:cubicBezTo>
                <a:cubicBezTo>
                  <a:pt x="283315" y="219841"/>
                  <a:pt x="219841" y="283315"/>
                  <a:pt x="141658" y="283315"/>
                </a:cubicBezTo>
                <a:cubicBezTo>
                  <a:pt x="63475" y="283315"/>
                  <a:pt x="0" y="219841"/>
                  <a:pt x="0" y="141658"/>
                </a:cubicBezTo>
                <a:close/>
                <a:moveTo>
                  <a:pt x="141658" y="185926"/>
                </a:moveTo>
                <a:cubicBezTo>
                  <a:pt x="166090" y="185926"/>
                  <a:pt x="185926" y="166090"/>
                  <a:pt x="185926" y="141658"/>
                </a:cubicBezTo>
                <a:cubicBezTo>
                  <a:pt x="185926" y="117225"/>
                  <a:pt x="166090" y="97390"/>
                  <a:pt x="141658" y="97390"/>
                </a:cubicBezTo>
                <a:cubicBezTo>
                  <a:pt x="117225" y="97390"/>
                  <a:pt x="97390" y="117225"/>
                  <a:pt x="97390" y="141658"/>
                </a:cubicBezTo>
                <a:cubicBezTo>
                  <a:pt x="97390" y="166090"/>
                  <a:pt x="117225" y="185926"/>
                  <a:pt x="141658" y="185926"/>
                </a:cubicBezTo>
                <a:close/>
                <a:moveTo>
                  <a:pt x="141658" y="61975"/>
                </a:moveTo>
                <a:cubicBezTo>
                  <a:pt x="185636" y="61975"/>
                  <a:pt x="221340" y="97680"/>
                  <a:pt x="221340" y="141658"/>
                </a:cubicBezTo>
                <a:cubicBezTo>
                  <a:pt x="221340" y="185636"/>
                  <a:pt x="185636" y="221340"/>
                  <a:pt x="141658" y="221340"/>
                </a:cubicBezTo>
                <a:cubicBezTo>
                  <a:pt x="97680" y="221340"/>
                  <a:pt x="61975" y="185636"/>
                  <a:pt x="61975" y="141658"/>
                </a:cubicBezTo>
                <a:cubicBezTo>
                  <a:pt x="61975" y="97680"/>
                  <a:pt x="97680" y="61975"/>
                  <a:pt x="141658" y="61975"/>
                </a:cubicBezTo>
                <a:close/>
                <a:moveTo>
                  <a:pt x="123950" y="141658"/>
                </a:moveTo>
                <a:cubicBezTo>
                  <a:pt x="123950" y="131885"/>
                  <a:pt x="131885" y="123950"/>
                  <a:pt x="141658" y="123950"/>
                </a:cubicBezTo>
                <a:cubicBezTo>
                  <a:pt x="151431" y="123950"/>
                  <a:pt x="159365" y="131885"/>
                  <a:pt x="159365" y="141658"/>
                </a:cubicBezTo>
                <a:cubicBezTo>
                  <a:pt x="159365" y="151431"/>
                  <a:pt x="151431" y="159365"/>
                  <a:pt x="141658" y="159365"/>
                </a:cubicBezTo>
                <a:cubicBezTo>
                  <a:pt x="131885" y="159365"/>
                  <a:pt x="123950" y="151431"/>
                  <a:pt x="123950" y="141658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0" name="Shape 4"/>
          <p:cNvSpPr/>
          <p:nvPr/>
        </p:nvSpPr>
        <p:spPr>
          <a:xfrm>
            <a:off x="6096000" y="1215763"/>
            <a:ext cx="4618018" cy="1529815"/>
          </a:xfrm>
          <a:custGeom>
            <a:avLst/>
            <a:gdLst/>
            <a:ahLst/>
            <a:cxnLst/>
            <a:rect l="l" t="t" r="r" b="b"/>
            <a:pathLst>
              <a:path w="5615039" h="2460795">
                <a:moveTo>
                  <a:pt x="113320" y="0"/>
                </a:moveTo>
                <a:lnTo>
                  <a:pt x="5501719" y="0"/>
                </a:lnTo>
                <a:cubicBezTo>
                  <a:pt x="5564304" y="0"/>
                  <a:pt x="5615039" y="50735"/>
                  <a:pt x="5615039" y="113320"/>
                </a:cubicBezTo>
                <a:lnTo>
                  <a:pt x="5615039" y="2347476"/>
                </a:lnTo>
                <a:cubicBezTo>
                  <a:pt x="5615039" y="2410060"/>
                  <a:pt x="5564304" y="2460795"/>
                  <a:pt x="5501719" y="2460795"/>
                </a:cubicBezTo>
                <a:lnTo>
                  <a:pt x="113320" y="2460795"/>
                </a:lnTo>
                <a:cubicBezTo>
                  <a:pt x="50735" y="2460795"/>
                  <a:pt x="0" y="2410060"/>
                  <a:pt x="0" y="2347476"/>
                </a:cubicBezTo>
                <a:lnTo>
                  <a:pt x="0" y="113320"/>
                </a:lnTo>
                <a:cubicBezTo>
                  <a:pt x="0" y="50735"/>
                  <a:pt x="50735" y="0"/>
                  <a:pt x="113320" y="0"/>
                </a:cubicBezTo>
                <a:close/>
              </a:path>
            </a:pathLst>
          </a:custGeom>
          <a:gradFill flip="none" rotWithShape="1">
            <a:gsLst>
              <a:gs pos="1000">
                <a:schemeClr val="accent1">
                  <a:lumMod val="20000"/>
                  <a:lumOff val="80000"/>
                  <a:alpha val="20000"/>
                </a:schemeClr>
              </a:gs>
              <a:gs pos="100000">
                <a:schemeClr val="accent1">
                  <a:lumMod val="20000"/>
                  <a:lumOff val="80000"/>
                  <a:alpha val="50000"/>
                </a:schemeClr>
              </a:gs>
            </a:gsLst>
            <a:lin ang="2700000" scaled="1"/>
          </a:gradFill>
          <a:ln w="7257">
            <a:noFill/>
            <a:prstDash val="solid"/>
          </a:ln>
          <a:effectLst>
            <a:outerShdw blurRad="50800" dist="38100" dir="2700000" algn="tl" rotWithShape="0">
              <a:schemeClr val="accent1">
                <a:alpha val="10000"/>
              </a:scheme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1" name="Shape 12"/>
          <p:cNvSpPr/>
          <p:nvPr/>
        </p:nvSpPr>
        <p:spPr>
          <a:xfrm>
            <a:off x="6335243" y="1327649"/>
            <a:ext cx="604406" cy="604406"/>
          </a:xfrm>
          <a:custGeom>
            <a:avLst/>
            <a:gdLst/>
            <a:ahLst/>
            <a:cxnLst/>
            <a:rect l="l" t="t" r="r" b="b"/>
            <a:pathLst>
              <a:path w="604406" h="604406">
                <a:moveTo>
                  <a:pt x="151101" y="0"/>
                </a:moveTo>
                <a:lnTo>
                  <a:pt x="453304" y="0"/>
                </a:lnTo>
                <a:cubicBezTo>
                  <a:pt x="536700" y="0"/>
                  <a:pt x="604406" y="67706"/>
                  <a:pt x="604406" y="151101"/>
                </a:cubicBezTo>
                <a:lnTo>
                  <a:pt x="604406" y="453304"/>
                </a:lnTo>
                <a:cubicBezTo>
                  <a:pt x="604406" y="536700"/>
                  <a:pt x="536700" y="604406"/>
                  <a:pt x="453304" y="604406"/>
                </a:cubicBezTo>
                <a:lnTo>
                  <a:pt x="151101" y="604406"/>
                </a:lnTo>
                <a:cubicBezTo>
                  <a:pt x="67706" y="604406"/>
                  <a:pt x="0" y="536700"/>
                  <a:pt x="0" y="453304"/>
                </a:cubicBezTo>
                <a:lnTo>
                  <a:pt x="0" y="151101"/>
                </a:lnTo>
                <a:cubicBezTo>
                  <a:pt x="0" y="67650"/>
                  <a:pt x="67650" y="0"/>
                  <a:pt x="151101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2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2" name="Text 14"/>
          <p:cNvSpPr/>
          <p:nvPr/>
        </p:nvSpPr>
        <p:spPr>
          <a:xfrm>
            <a:off x="7078693" y="1327649"/>
            <a:ext cx="1833420" cy="3041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+mn-ea"/>
              </a:rPr>
              <a:t>快速响应</a:t>
            </a:r>
            <a:endParaRPr lang="zh-CN" altLang="en-US" sz="1400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63" name="Text 15"/>
          <p:cNvSpPr/>
          <p:nvPr/>
        </p:nvSpPr>
        <p:spPr>
          <a:xfrm>
            <a:off x="6326600" y="2007655"/>
            <a:ext cx="3951965" cy="491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zh-CN" altLang="en-US" sz="119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iSans" pitchFamily="34" charset="-120"/>
              </a:rPr>
              <a:t>实时计算，秒级生成优化方案，效率比传统方式提升数十倍，快速适应订单变化需求</a:t>
            </a:r>
            <a:endParaRPr lang="zh-CN" altLang="en-US" sz="119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MiSans" pitchFamily="34" charset="-120"/>
            </a:endParaRPr>
          </a:p>
        </p:txBody>
      </p:sp>
      <p:grpSp>
        <p:nvGrpSpPr>
          <p:cNvPr id="64" name="组合 63"/>
          <p:cNvGrpSpPr/>
          <p:nvPr/>
        </p:nvGrpSpPr>
        <p:grpSpPr>
          <a:xfrm>
            <a:off x="7019248" y="1685316"/>
            <a:ext cx="1461825" cy="188877"/>
            <a:chOff x="1274118" y="2347469"/>
            <a:chExt cx="1461825" cy="188877"/>
          </a:xfrm>
        </p:grpSpPr>
        <p:sp>
          <p:nvSpPr>
            <p:cNvPr id="65" name="Shape 16"/>
            <p:cNvSpPr/>
            <p:nvPr/>
          </p:nvSpPr>
          <p:spPr>
            <a:xfrm>
              <a:off x="1274118" y="2366357"/>
              <a:ext cx="151101" cy="151101"/>
            </a:xfrm>
            <a:custGeom>
              <a:avLst/>
              <a:gdLst/>
              <a:ahLst/>
              <a:cxnLst/>
              <a:rect l="l" t="t" r="r" b="b"/>
              <a:pathLst>
                <a:path w="151101" h="151101">
                  <a:moveTo>
                    <a:pt x="75551" y="151101"/>
                  </a:moveTo>
                  <a:cubicBezTo>
                    <a:pt x="117248" y="151101"/>
                    <a:pt x="151101" y="117248"/>
                    <a:pt x="151101" y="75551"/>
                  </a:cubicBezTo>
                  <a:cubicBezTo>
                    <a:pt x="151101" y="33853"/>
                    <a:pt x="117248" y="0"/>
                    <a:pt x="75551" y="0"/>
                  </a:cubicBezTo>
                  <a:cubicBezTo>
                    <a:pt x="33853" y="0"/>
                    <a:pt x="0" y="33853"/>
                    <a:pt x="0" y="75551"/>
                  </a:cubicBezTo>
                  <a:cubicBezTo>
                    <a:pt x="0" y="117248"/>
                    <a:pt x="33853" y="151101"/>
                    <a:pt x="75551" y="151101"/>
                  </a:cubicBezTo>
                  <a:close/>
                  <a:moveTo>
                    <a:pt x="100459" y="62772"/>
                  </a:moveTo>
                  <a:lnTo>
                    <a:pt x="76849" y="100547"/>
                  </a:lnTo>
                  <a:cubicBezTo>
                    <a:pt x="75610" y="102525"/>
                    <a:pt x="73485" y="103764"/>
                    <a:pt x="71153" y="103882"/>
                  </a:cubicBezTo>
                  <a:cubicBezTo>
                    <a:pt x="68822" y="104000"/>
                    <a:pt x="66579" y="102938"/>
                    <a:pt x="65192" y="101049"/>
                  </a:cubicBezTo>
                  <a:lnTo>
                    <a:pt x="51026" y="82161"/>
                  </a:lnTo>
                  <a:cubicBezTo>
                    <a:pt x="48665" y="79033"/>
                    <a:pt x="49315" y="74606"/>
                    <a:pt x="52443" y="72245"/>
                  </a:cubicBezTo>
                  <a:cubicBezTo>
                    <a:pt x="55571" y="69884"/>
                    <a:pt x="59998" y="70534"/>
                    <a:pt x="62359" y="73662"/>
                  </a:cubicBezTo>
                  <a:lnTo>
                    <a:pt x="70327" y="84286"/>
                  </a:lnTo>
                  <a:lnTo>
                    <a:pt x="88447" y="55276"/>
                  </a:lnTo>
                  <a:cubicBezTo>
                    <a:pt x="90513" y="51971"/>
                    <a:pt x="94881" y="50938"/>
                    <a:pt x="98216" y="53033"/>
                  </a:cubicBezTo>
                  <a:cubicBezTo>
                    <a:pt x="101551" y="55128"/>
                    <a:pt x="102554" y="59467"/>
                    <a:pt x="100459" y="62802"/>
                  </a:cubicBezTo>
                  <a:close/>
                </a:path>
              </a:pathLst>
            </a:custGeom>
            <a:solidFill>
              <a:schemeClr val="accent1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Text 17"/>
            <p:cNvSpPr/>
            <p:nvPr/>
          </p:nvSpPr>
          <p:spPr>
            <a:xfrm>
              <a:off x="1519658" y="2347469"/>
              <a:ext cx="1216285" cy="18887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zh-CN" altLang="en-US" sz="1040" b="1" dirty="0">
                  <a:solidFill>
                    <a:schemeClr val="accent1"/>
                  </a:solidFill>
                  <a:latin typeface="+mn-ea"/>
                  <a:cs typeface="MiSans" pitchFamily="34" charset="-120"/>
                </a:rPr>
                <a:t>秒级响应</a:t>
              </a:r>
              <a:endParaRPr lang="zh-CN" altLang="en-US" sz="1040" b="1" dirty="0">
                <a:solidFill>
                  <a:schemeClr val="accent1"/>
                </a:solidFill>
                <a:latin typeface="+mn-ea"/>
                <a:cs typeface="MiSans" pitchFamily="34" charset="-120"/>
              </a:endParaRPr>
            </a:p>
          </p:txBody>
        </p:sp>
      </p:grpSp>
      <p:sp>
        <p:nvSpPr>
          <p:cNvPr id="37" name="Shape 25"/>
          <p:cNvSpPr/>
          <p:nvPr/>
        </p:nvSpPr>
        <p:spPr>
          <a:xfrm>
            <a:off x="6501634" y="1496439"/>
            <a:ext cx="247901" cy="283315"/>
          </a:xfrm>
          <a:custGeom>
            <a:avLst/>
            <a:gdLst/>
            <a:ahLst/>
            <a:cxnLst/>
            <a:rect l="l" t="t" r="r" b="b"/>
            <a:pathLst>
              <a:path w="247901" h="283315">
                <a:moveTo>
                  <a:pt x="187475" y="-5478"/>
                </a:moveTo>
                <a:cubicBezTo>
                  <a:pt x="194060" y="-719"/>
                  <a:pt x="196495" y="7913"/>
                  <a:pt x="193507" y="15438"/>
                </a:cubicBezTo>
                <a:lnTo>
                  <a:pt x="150124" y="123950"/>
                </a:lnTo>
                <a:lnTo>
                  <a:pt x="230194" y="123950"/>
                </a:lnTo>
                <a:cubicBezTo>
                  <a:pt x="237664" y="123950"/>
                  <a:pt x="244304" y="128599"/>
                  <a:pt x="246849" y="135626"/>
                </a:cubicBezTo>
                <a:cubicBezTo>
                  <a:pt x="249395" y="142654"/>
                  <a:pt x="247237" y="150511"/>
                  <a:pt x="241537" y="155270"/>
                </a:cubicBezTo>
                <a:lnTo>
                  <a:pt x="82172" y="288074"/>
                </a:lnTo>
                <a:cubicBezTo>
                  <a:pt x="75920" y="293276"/>
                  <a:pt x="67011" y="293552"/>
                  <a:pt x="60426" y="288793"/>
                </a:cubicBezTo>
                <a:cubicBezTo>
                  <a:pt x="53841" y="284035"/>
                  <a:pt x="51406" y="275402"/>
                  <a:pt x="54394" y="267877"/>
                </a:cubicBezTo>
                <a:lnTo>
                  <a:pt x="97777" y="159365"/>
                </a:lnTo>
                <a:lnTo>
                  <a:pt x="17707" y="159365"/>
                </a:lnTo>
                <a:cubicBezTo>
                  <a:pt x="10237" y="159365"/>
                  <a:pt x="3597" y="154717"/>
                  <a:pt x="1051" y="147689"/>
                </a:cubicBezTo>
                <a:cubicBezTo>
                  <a:pt x="-1494" y="140662"/>
                  <a:pt x="664" y="132804"/>
                  <a:pt x="6364" y="128045"/>
                </a:cubicBezTo>
                <a:lnTo>
                  <a:pt x="165728" y="-4759"/>
                </a:lnTo>
                <a:cubicBezTo>
                  <a:pt x="171981" y="-9960"/>
                  <a:pt x="180890" y="-10237"/>
                  <a:pt x="187475" y="-5478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dirty="0"/>
          </a:p>
        </p:txBody>
      </p:sp>
      <p:sp>
        <p:nvSpPr>
          <p:cNvPr id="68" name="Shape 4"/>
          <p:cNvSpPr/>
          <p:nvPr/>
        </p:nvSpPr>
        <p:spPr>
          <a:xfrm>
            <a:off x="684262" y="4711478"/>
            <a:ext cx="4618018" cy="1529815"/>
          </a:xfrm>
          <a:custGeom>
            <a:avLst/>
            <a:gdLst/>
            <a:ahLst/>
            <a:cxnLst/>
            <a:rect l="l" t="t" r="r" b="b"/>
            <a:pathLst>
              <a:path w="5615039" h="2460795">
                <a:moveTo>
                  <a:pt x="113320" y="0"/>
                </a:moveTo>
                <a:lnTo>
                  <a:pt x="5501719" y="0"/>
                </a:lnTo>
                <a:cubicBezTo>
                  <a:pt x="5564304" y="0"/>
                  <a:pt x="5615039" y="50735"/>
                  <a:pt x="5615039" y="113320"/>
                </a:cubicBezTo>
                <a:lnTo>
                  <a:pt x="5615039" y="2347476"/>
                </a:lnTo>
                <a:cubicBezTo>
                  <a:pt x="5615039" y="2410060"/>
                  <a:pt x="5564304" y="2460795"/>
                  <a:pt x="5501719" y="2460795"/>
                </a:cubicBezTo>
                <a:lnTo>
                  <a:pt x="113320" y="2460795"/>
                </a:lnTo>
                <a:cubicBezTo>
                  <a:pt x="50735" y="2460795"/>
                  <a:pt x="0" y="2410060"/>
                  <a:pt x="0" y="2347476"/>
                </a:cubicBezTo>
                <a:lnTo>
                  <a:pt x="0" y="113320"/>
                </a:lnTo>
                <a:cubicBezTo>
                  <a:pt x="0" y="50735"/>
                  <a:pt x="50735" y="0"/>
                  <a:pt x="113320" y="0"/>
                </a:cubicBezTo>
                <a:close/>
              </a:path>
            </a:pathLst>
          </a:custGeom>
          <a:gradFill flip="none" rotWithShape="1">
            <a:gsLst>
              <a:gs pos="1000">
                <a:schemeClr val="accent1">
                  <a:lumMod val="20000"/>
                  <a:lumOff val="80000"/>
                  <a:alpha val="20000"/>
                </a:schemeClr>
              </a:gs>
              <a:gs pos="100000">
                <a:schemeClr val="accent1">
                  <a:lumMod val="20000"/>
                  <a:lumOff val="80000"/>
                  <a:alpha val="50000"/>
                </a:schemeClr>
              </a:gs>
            </a:gsLst>
            <a:lin ang="2700000" scaled="1"/>
          </a:gradFill>
          <a:ln w="7257">
            <a:noFill/>
            <a:prstDash val="solid"/>
          </a:ln>
          <a:effectLst>
            <a:outerShdw blurRad="50800" dist="38100" dir="2700000" algn="tl" rotWithShape="0">
              <a:schemeClr val="accent1">
                <a:alpha val="10000"/>
              </a:scheme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9" name="Shape 12"/>
          <p:cNvSpPr/>
          <p:nvPr/>
        </p:nvSpPr>
        <p:spPr>
          <a:xfrm>
            <a:off x="923505" y="4823364"/>
            <a:ext cx="604406" cy="604406"/>
          </a:xfrm>
          <a:custGeom>
            <a:avLst/>
            <a:gdLst/>
            <a:ahLst/>
            <a:cxnLst/>
            <a:rect l="l" t="t" r="r" b="b"/>
            <a:pathLst>
              <a:path w="604406" h="604406">
                <a:moveTo>
                  <a:pt x="151101" y="0"/>
                </a:moveTo>
                <a:lnTo>
                  <a:pt x="453304" y="0"/>
                </a:lnTo>
                <a:cubicBezTo>
                  <a:pt x="536700" y="0"/>
                  <a:pt x="604406" y="67706"/>
                  <a:pt x="604406" y="151101"/>
                </a:cubicBezTo>
                <a:lnTo>
                  <a:pt x="604406" y="453304"/>
                </a:lnTo>
                <a:cubicBezTo>
                  <a:pt x="604406" y="536700"/>
                  <a:pt x="536700" y="604406"/>
                  <a:pt x="453304" y="604406"/>
                </a:cubicBezTo>
                <a:lnTo>
                  <a:pt x="151101" y="604406"/>
                </a:lnTo>
                <a:cubicBezTo>
                  <a:pt x="67706" y="604406"/>
                  <a:pt x="0" y="536700"/>
                  <a:pt x="0" y="453304"/>
                </a:cubicBezTo>
                <a:lnTo>
                  <a:pt x="0" y="151101"/>
                </a:lnTo>
                <a:cubicBezTo>
                  <a:pt x="0" y="67650"/>
                  <a:pt x="67650" y="0"/>
                  <a:pt x="151101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2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0" name="Text 14"/>
          <p:cNvSpPr/>
          <p:nvPr/>
        </p:nvSpPr>
        <p:spPr>
          <a:xfrm>
            <a:off x="1666955" y="4823364"/>
            <a:ext cx="1833420" cy="3041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+mn-ea"/>
              </a:rPr>
              <a:t>灵活适配</a:t>
            </a:r>
            <a:endParaRPr lang="zh-CN" altLang="en-US" sz="1400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71" name="Text 15"/>
          <p:cNvSpPr/>
          <p:nvPr/>
        </p:nvSpPr>
        <p:spPr>
          <a:xfrm>
            <a:off x="914862" y="5503370"/>
            <a:ext cx="3951965" cy="491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zh-CN" altLang="en-US" sz="119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iSans" pitchFamily="34" charset="-120"/>
              </a:rPr>
              <a:t>支持多种规格（固定宽度</a:t>
            </a:r>
            <a:r>
              <a:rPr lang="en-US" altLang="zh-CN" sz="119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iSans" pitchFamily="34" charset="-120"/>
              </a:rPr>
              <a:t>/</a:t>
            </a:r>
            <a:r>
              <a:rPr lang="zh-CN" altLang="en-US" sz="119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iSans" pitchFamily="34" charset="-120"/>
              </a:rPr>
              <a:t>可变宽度），</a:t>
            </a:r>
            <a:r>
              <a:rPr lang="en-US" altLang="zh-CN" sz="119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iSans" pitchFamily="34" charset="-120"/>
              </a:rPr>
              <a:t>Excel/API</a:t>
            </a:r>
            <a:r>
              <a:rPr lang="zh-CN" altLang="en-US" sz="119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iSans" pitchFamily="34" charset="-120"/>
              </a:rPr>
              <a:t>双通道，操作简便，轻松集成现有系统</a:t>
            </a:r>
            <a:endParaRPr lang="zh-CN" altLang="en-US" sz="119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MiSans" pitchFamily="34" charset="-120"/>
            </a:endParaRPr>
          </a:p>
        </p:txBody>
      </p:sp>
      <p:grpSp>
        <p:nvGrpSpPr>
          <p:cNvPr id="72" name="组合 71"/>
          <p:cNvGrpSpPr/>
          <p:nvPr/>
        </p:nvGrpSpPr>
        <p:grpSpPr>
          <a:xfrm>
            <a:off x="1607510" y="5181031"/>
            <a:ext cx="1461825" cy="188877"/>
            <a:chOff x="1274118" y="2347469"/>
            <a:chExt cx="1461825" cy="188877"/>
          </a:xfrm>
        </p:grpSpPr>
        <p:sp>
          <p:nvSpPr>
            <p:cNvPr id="73" name="Shape 16"/>
            <p:cNvSpPr/>
            <p:nvPr/>
          </p:nvSpPr>
          <p:spPr>
            <a:xfrm>
              <a:off x="1274118" y="2366357"/>
              <a:ext cx="151101" cy="151101"/>
            </a:xfrm>
            <a:custGeom>
              <a:avLst/>
              <a:gdLst/>
              <a:ahLst/>
              <a:cxnLst/>
              <a:rect l="l" t="t" r="r" b="b"/>
              <a:pathLst>
                <a:path w="151101" h="151101">
                  <a:moveTo>
                    <a:pt x="75551" y="151101"/>
                  </a:moveTo>
                  <a:cubicBezTo>
                    <a:pt x="117248" y="151101"/>
                    <a:pt x="151101" y="117248"/>
                    <a:pt x="151101" y="75551"/>
                  </a:cubicBezTo>
                  <a:cubicBezTo>
                    <a:pt x="151101" y="33853"/>
                    <a:pt x="117248" y="0"/>
                    <a:pt x="75551" y="0"/>
                  </a:cubicBezTo>
                  <a:cubicBezTo>
                    <a:pt x="33853" y="0"/>
                    <a:pt x="0" y="33853"/>
                    <a:pt x="0" y="75551"/>
                  </a:cubicBezTo>
                  <a:cubicBezTo>
                    <a:pt x="0" y="117248"/>
                    <a:pt x="33853" y="151101"/>
                    <a:pt x="75551" y="151101"/>
                  </a:cubicBezTo>
                  <a:close/>
                  <a:moveTo>
                    <a:pt x="100459" y="62772"/>
                  </a:moveTo>
                  <a:lnTo>
                    <a:pt x="76849" y="100547"/>
                  </a:lnTo>
                  <a:cubicBezTo>
                    <a:pt x="75610" y="102525"/>
                    <a:pt x="73485" y="103764"/>
                    <a:pt x="71153" y="103882"/>
                  </a:cubicBezTo>
                  <a:cubicBezTo>
                    <a:pt x="68822" y="104000"/>
                    <a:pt x="66579" y="102938"/>
                    <a:pt x="65192" y="101049"/>
                  </a:cubicBezTo>
                  <a:lnTo>
                    <a:pt x="51026" y="82161"/>
                  </a:lnTo>
                  <a:cubicBezTo>
                    <a:pt x="48665" y="79033"/>
                    <a:pt x="49315" y="74606"/>
                    <a:pt x="52443" y="72245"/>
                  </a:cubicBezTo>
                  <a:cubicBezTo>
                    <a:pt x="55571" y="69884"/>
                    <a:pt x="59998" y="70534"/>
                    <a:pt x="62359" y="73662"/>
                  </a:cubicBezTo>
                  <a:lnTo>
                    <a:pt x="70327" y="84286"/>
                  </a:lnTo>
                  <a:lnTo>
                    <a:pt x="88447" y="55276"/>
                  </a:lnTo>
                  <a:cubicBezTo>
                    <a:pt x="90513" y="51971"/>
                    <a:pt x="94881" y="50938"/>
                    <a:pt x="98216" y="53033"/>
                  </a:cubicBezTo>
                  <a:cubicBezTo>
                    <a:pt x="101551" y="55128"/>
                    <a:pt x="102554" y="59467"/>
                    <a:pt x="100459" y="62802"/>
                  </a:cubicBezTo>
                  <a:close/>
                </a:path>
              </a:pathLst>
            </a:custGeom>
            <a:solidFill>
              <a:schemeClr val="accent1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Text 17"/>
            <p:cNvSpPr/>
            <p:nvPr/>
          </p:nvSpPr>
          <p:spPr>
            <a:xfrm>
              <a:off x="1519658" y="2347469"/>
              <a:ext cx="1216285" cy="18887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zh-CN" altLang="en-US" sz="1040" b="1" dirty="0">
                  <a:solidFill>
                    <a:schemeClr val="accent1"/>
                  </a:solidFill>
                  <a:latin typeface="+mn-ea"/>
                  <a:cs typeface="MiSans" pitchFamily="34" charset="-120"/>
                </a:rPr>
                <a:t>双模式 </a:t>
              </a:r>
              <a:r>
                <a:rPr lang="en-US" altLang="zh-CN" sz="1040" b="1" dirty="0">
                  <a:solidFill>
                    <a:schemeClr val="accent1"/>
                  </a:solidFill>
                  <a:latin typeface="+mn-ea"/>
                  <a:cs typeface="MiSans" pitchFamily="34" charset="-120"/>
                </a:rPr>
                <a:t>· </a:t>
              </a:r>
              <a:r>
                <a:rPr lang="zh-CN" altLang="en-US" sz="1040" b="1" dirty="0">
                  <a:solidFill>
                    <a:schemeClr val="accent1"/>
                  </a:solidFill>
                  <a:latin typeface="+mn-ea"/>
                  <a:cs typeface="MiSans" pitchFamily="34" charset="-120"/>
                </a:rPr>
                <a:t>易集成</a:t>
              </a:r>
              <a:endParaRPr lang="zh-CN" altLang="en-US" sz="1040" b="1" dirty="0">
                <a:solidFill>
                  <a:schemeClr val="accent1"/>
                </a:solidFill>
                <a:latin typeface="+mn-ea"/>
                <a:cs typeface="MiSans" pitchFamily="34" charset="-120"/>
              </a:endParaRPr>
            </a:p>
          </p:txBody>
        </p:sp>
      </p:grpSp>
      <p:sp>
        <p:nvSpPr>
          <p:cNvPr id="44" name="Shape 31"/>
          <p:cNvSpPr/>
          <p:nvPr/>
        </p:nvSpPr>
        <p:spPr>
          <a:xfrm>
            <a:off x="1067224" y="4981886"/>
            <a:ext cx="354144" cy="283315"/>
          </a:xfrm>
          <a:custGeom>
            <a:avLst/>
            <a:gdLst/>
            <a:ahLst/>
            <a:cxnLst/>
            <a:rect l="l" t="t" r="r" b="b"/>
            <a:pathLst>
              <a:path w="354144" h="283315">
                <a:moveTo>
                  <a:pt x="230138" y="116480"/>
                </a:moveTo>
                <a:cubicBezTo>
                  <a:pt x="236889" y="114654"/>
                  <a:pt x="243972" y="117864"/>
                  <a:pt x="247015" y="124116"/>
                </a:cubicBezTo>
                <a:lnTo>
                  <a:pt x="257308" y="144922"/>
                </a:lnTo>
                <a:cubicBezTo>
                  <a:pt x="263007" y="145697"/>
                  <a:pt x="268596" y="147246"/>
                  <a:pt x="273853" y="149405"/>
                </a:cubicBezTo>
                <a:lnTo>
                  <a:pt x="293220" y="136511"/>
                </a:lnTo>
                <a:cubicBezTo>
                  <a:pt x="299030" y="132638"/>
                  <a:pt x="306722" y="133413"/>
                  <a:pt x="311647" y="138338"/>
                </a:cubicBezTo>
                <a:lnTo>
                  <a:pt x="322271" y="148962"/>
                </a:lnTo>
                <a:cubicBezTo>
                  <a:pt x="327196" y="153887"/>
                  <a:pt x="327971" y="161634"/>
                  <a:pt x="324097" y="167388"/>
                </a:cubicBezTo>
                <a:lnTo>
                  <a:pt x="311204" y="186700"/>
                </a:lnTo>
                <a:cubicBezTo>
                  <a:pt x="312255" y="189301"/>
                  <a:pt x="313196" y="192012"/>
                  <a:pt x="313971" y="194835"/>
                </a:cubicBezTo>
                <a:cubicBezTo>
                  <a:pt x="314746" y="197657"/>
                  <a:pt x="315244" y="200423"/>
                  <a:pt x="315631" y="203245"/>
                </a:cubicBezTo>
                <a:lnTo>
                  <a:pt x="336492" y="213538"/>
                </a:lnTo>
                <a:cubicBezTo>
                  <a:pt x="342745" y="216637"/>
                  <a:pt x="345954" y="223719"/>
                  <a:pt x="344128" y="230415"/>
                </a:cubicBezTo>
                <a:lnTo>
                  <a:pt x="340255" y="244913"/>
                </a:lnTo>
                <a:cubicBezTo>
                  <a:pt x="338429" y="251608"/>
                  <a:pt x="332176" y="256146"/>
                  <a:pt x="325204" y="255703"/>
                </a:cubicBezTo>
                <a:lnTo>
                  <a:pt x="301963" y="254209"/>
                </a:lnTo>
                <a:cubicBezTo>
                  <a:pt x="298477" y="258691"/>
                  <a:pt x="294438" y="262841"/>
                  <a:pt x="289845" y="266383"/>
                </a:cubicBezTo>
                <a:lnTo>
                  <a:pt x="291339" y="289568"/>
                </a:lnTo>
                <a:cubicBezTo>
                  <a:pt x="291782" y="296540"/>
                  <a:pt x="287244" y="302849"/>
                  <a:pt x="280549" y="304619"/>
                </a:cubicBezTo>
                <a:lnTo>
                  <a:pt x="266051" y="308493"/>
                </a:lnTo>
                <a:cubicBezTo>
                  <a:pt x="259300" y="310319"/>
                  <a:pt x="252272" y="307109"/>
                  <a:pt x="249174" y="300856"/>
                </a:cubicBezTo>
                <a:lnTo>
                  <a:pt x="238881" y="280050"/>
                </a:lnTo>
                <a:cubicBezTo>
                  <a:pt x="233182" y="279276"/>
                  <a:pt x="227593" y="277726"/>
                  <a:pt x="222336" y="275568"/>
                </a:cubicBezTo>
                <a:lnTo>
                  <a:pt x="202969" y="288461"/>
                </a:lnTo>
                <a:cubicBezTo>
                  <a:pt x="197159" y="292335"/>
                  <a:pt x="189467" y="291560"/>
                  <a:pt x="184542" y="286635"/>
                </a:cubicBezTo>
                <a:lnTo>
                  <a:pt x="173918" y="276011"/>
                </a:lnTo>
                <a:cubicBezTo>
                  <a:pt x="168993" y="271086"/>
                  <a:pt x="168218" y="263395"/>
                  <a:pt x="172092" y="257584"/>
                </a:cubicBezTo>
                <a:lnTo>
                  <a:pt x="184985" y="238217"/>
                </a:lnTo>
                <a:cubicBezTo>
                  <a:pt x="183934" y="235616"/>
                  <a:pt x="182993" y="232905"/>
                  <a:pt x="182218" y="230083"/>
                </a:cubicBezTo>
                <a:cubicBezTo>
                  <a:pt x="181444" y="227261"/>
                  <a:pt x="180945" y="224439"/>
                  <a:pt x="180558" y="221672"/>
                </a:cubicBezTo>
                <a:lnTo>
                  <a:pt x="159697" y="211380"/>
                </a:lnTo>
                <a:cubicBezTo>
                  <a:pt x="153444" y="208281"/>
                  <a:pt x="150290" y="201198"/>
                  <a:pt x="152061" y="194503"/>
                </a:cubicBezTo>
                <a:lnTo>
                  <a:pt x="155934" y="180005"/>
                </a:lnTo>
                <a:cubicBezTo>
                  <a:pt x="157760" y="173309"/>
                  <a:pt x="164013" y="168772"/>
                  <a:pt x="170985" y="169214"/>
                </a:cubicBezTo>
                <a:lnTo>
                  <a:pt x="194171" y="170709"/>
                </a:lnTo>
                <a:cubicBezTo>
                  <a:pt x="197657" y="166226"/>
                  <a:pt x="201696" y="162076"/>
                  <a:pt x="206289" y="158535"/>
                </a:cubicBezTo>
                <a:lnTo>
                  <a:pt x="204795" y="135405"/>
                </a:lnTo>
                <a:cubicBezTo>
                  <a:pt x="204352" y="128433"/>
                  <a:pt x="208890" y="122124"/>
                  <a:pt x="215585" y="120354"/>
                </a:cubicBezTo>
                <a:lnTo>
                  <a:pt x="230083" y="116480"/>
                </a:lnTo>
                <a:close/>
                <a:moveTo>
                  <a:pt x="248122" y="188139"/>
                </a:moveTo>
                <a:cubicBezTo>
                  <a:pt x="234684" y="188154"/>
                  <a:pt x="223787" y="199076"/>
                  <a:pt x="223802" y="212514"/>
                </a:cubicBezTo>
                <a:cubicBezTo>
                  <a:pt x="223818" y="225952"/>
                  <a:pt x="234740" y="236849"/>
                  <a:pt x="248178" y="236834"/>
                </a:cubicBezTo>
                <a:cubicBezTo>
                  <a:pt x="261615" y="236819"/>
                  <a:pt x="272513" y="225896"/>
                  <a:pt x="272497" y="212459"/>
                </a:cubicBezTo>
                <a:cubicBezTo>
                  <a:pt x="272482" y="199021"/>
                  <a:pt x="261560" y="188124"/>
                  <a:pt x="248122" y="188139"/>
                </a:cubicBezTo>
                <a:close/>
                <a:moveTo>
                  <a:pt x="124448" y="-25177"/>
                </a:moveTo>
                <a:lnTo>
                  <a:pt x="138946" y="-21304"/>
                </a:lnTo>
                <a:cubicBezTo>
                  <a:pt x="145642" y="-19478"/>
                  <a:pt x="150179" y="-13170"/>
                  <a:pt x="149737" y="-6253"/>
                </a:cubicBezTo>
                <a:lnTo>
                  <a:pt x="148242" y="16877"/>
                </a:lnTo>
                <a:cubicBezTo>
                  <a:pt x="152835" y="20419"/>
                  <a:pt x="156875" y="24513"/>
                  <a:pt x="160361" y="29051"/>
                </a:cubicBezTo>
                <a:lnTo>
                  <a:pt x="183602" y="27557"/>
                </a:lnTo>
                <a:cubicBezTo>
                  <a:pt x="190518" y="27114"/>
                  <a:pt x="196827" y="31652"/>
                  <a:pt x="198653" y="38347"/>
                </a:cubicBezTo>
                <a:lnTo>
                  <a:pt x="202526" y="52845"/>
                </a:lnTo>
                <a:cubicBezTo>
                  <a:pt x="204297" y="59540"/>
                  <a:pt x="201143" y="66623"/>
                  <a:pt x="194890" y="69722"/>
                </a:cubicBezTo>
                <a:lnTo>
                  <a:pt x="174029" y="80014"/>
                </a:lnTo>
                <a:cubicBezTo>
                  <a:pt x="173641" y="82837"/>
                  <a:pt x="173088" y="85659"/>
                  <a:pt x="172369" y="88425"/>
                </a:cubicBezTo>
                <a:cubicBezTo>
                  <a:pt x="171649" y="91192"/>
                  <a:pt x="170653" y="93959"/>
                  <a:pt x="169602" y="96560"/>
                </a:cubicBezTo>
                <a:lnTo>
                  <a:pt x="182495" y="115927"/>
                </a:lnTo>
                <a:cubicBezTo>
                  <a:pt x="186368" y="121737"/>
                  <a:pt x="185594" y="129429"/>
                  <a:pt x="180669" y="134353"/>
                </a:cubicBezTo>
                <a:lnTo>
                  <a:pt x="170044" y="144978"/>
                </a:lnTo>
                <a:cubicBezTo>
                  <a:pt x="165120" y="149903"/>
                  <a:pt x="157428" y="150677"/>
                  <a:pt x="151618" y="146804"/>
                </a:cubicBezTo>
                <a:lnTo>
                  <a:pt x="132251" y="133911"/>
                </a:lnTo>
                <a:cubicBezTo>
                  <a:pt x="126994" y="136069"/>
                  <a:pt x="121405" y="137618"/>
                  <a:pt x="115706" y="138393"/>
                </a:cubicBezTo>
                <a:lnTo>
                  <a:pt x="105413" y="159199"/>
                </a:lnTo>
                <a:cubicBezTo>
                  <a:pt x="102314" y="165452"/>
                  <a:pt x="95232" y="168606"/>
                  <a:pt x="88536" y="166835"/>
                </a:cubicBezTo>
                <a:lnTo>
                  <a:pt x="74038" y="162962"/>
                </a:lnTo>
                <a:cubicBezTo>
                  <a:pt x="67287" y="161136"/>
                  <a:pt x="62805" y="154827"/>
                  <a:pt x="63248" y="147910"/>
                </a:cubicBezTo>
                <a:lnTo>
                  <a:pt x="64742" y="124725"/>
                </a:lnTo>
                <a:cubicBezTo>
                  <a:pt x="60149" y="121184"/>
                  <a:pt x="56110" y="117089"/>
                  <a:pt x="52624" y="112551"/>
                </a:cubicBezTo>
                <a:lnTo>
                  <a:pt x="29383" y="114045"/>
                </a:lnTo>
                <a:cubicBezTo>
                  <a:pt x="22466" y="114488"/>
                  <a:pt x="16158" y="109951"/>
                  <a:pt x="14332" y="103255"/>
                </a:cubicBezTo>
                <a:lnTo>
                  <a:pt x="10458" y="88757"/>
                </a:lnTo>
                <a:cubicBezTo>
                  <a:pt x="8688" y="82062"/>
                  <a:pt x="11842" y="74979"/>
                  <a:pt x="18095" y="71880"/>
                </a:cubicBezTo>
                <a:lnTo>
                  <a:pt x="38956" y="61588"/>
                </a:lnTo>
                <a:cubicBezTo>
                  <a:pt x="39343" y="58766"/>
                  <a:pt x="39897" y="55999"/>
                  <a:pt x="40616" y="53177"/>
                </a:cubicBezTo>
                <a:cubicBezTo>
                  <a:pt x="41391" y="50355"/>
                  <a:pt x="42276" y="47643"/>
                  <a:pt x="43383" y="45043"/>
                </a:cubicBezTo>
                <a:lnTo>
                  <a:pt x="30490" y="25731"/>
                </a:lnTo>
                <a:cubicBezTo>
                  <a:pt x="26616" y="19921"/>
                  <a:pt x="27391" y="12229"/>
                  <a:pt x="32316" y="7304"/>
                </a:cubicBezTo>
                <a:lnTo>
                  <a:pt x="42940" y="-3320"/>
                </a:lnTo>
                <a:cubicBezTo>
                  <a:pt x="47865" y="-8245"/>
                  <a:pt x="55556" y="-9020"/>
                  <a:pt x="61367" y="-5146"/>
                </a:cubicBezTo>
                <a:lnTo>
                  <a:pt x="80734" y="7747"/>
                </a:lnTo>
                <a:cubicBezTo>
                  <a:pt x="85991" y="5589"/>
                  <a:pt x="91579" y="4039"/>
                  <a:pt x="97279" y="3265"/>
                </a:cubicBezTo>
                <a:lnTo>
                  <a:pt x="107571" y="-17541"/>
                </a:lnTo>
                <a:cubicBezTo>
                  <a:pt x="110670" y="-23794"/>
                  <a:pt x="117698" y="-26948"/>
                  <a:pt x="124448" y="-25177"/>
                </a:cubicBezTo>
                <a:close/>
                <a:moveTo>
                  <a:pt x="106465" y="46481"/>
                </a:moveTo>
                <a:cubicBezTo>
                  <a:pt x="93027" y="46481"/>
                  <a:pt x="82117" y="57391"/>
                  <a:pt x="82117" y="70829"/>
                </a:cubicBezTo>
                <a:cubicBezTo>
                  <a:pt x="82117" y="84267"/>
                  <a:pt x="93027" y="95176"/>
                  <a:pt x="106465" y="95176"/>
                </a:cubicBezTo>
                <a:cubicBezTo>
                  <a:pt x="119902" y="95176"/>
                  <a:pt x="130812" y="84267"/>
                  <a:pt x="130812" y="70829"/>
                </a:cubicBezTo>
                <a:cubicBezTo>
                  <a:pt x="130812" y="57391"/>
                  <a:pt x="119902" y="46481"/>
                  <a:pt x="106465" y="46481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38" r="5348"/>
          <a:stretch>
            <a:fillRect/>
          </a:stretch>
        </p:blipFill>
        <p:spPr>
          <a:xfrm>
            <a:off x="5681381" y="2632197"/>
            <a:ext cx="5834566" cy="4470023"/>
          </a:xfrm>
          <a:prstGeom prst="rect">
            <a:avLst/>
          </a:prstGeom>
          <a:noFill/>
          <a:ln w="7257">
            <a:noFill/>
            <a:prstDash val="solid"/>
          </a:ln>
          <a:effectLst>
            <a:outerShdw blurRad="50800" dist="38100" dir="2700000" algn="tl" rotWithShape="0">
              <a:schemeClr val="accent1">
                <a:alpha val="10000"/>
              </a:scheme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1"/>
          <p:cNvSpPr/>
          <p:nvPr/>
        </p:nvSpPr>
        <p:spPr>
          <a:xfrm>
            <a:off x="643084" y="1595830"/>
            <a:ext cx="2604485" cy="4105865"/>
          </a:xfrm>
          <a:custGeom>
            <a:avLst/>
            <a:gdLst/>
            <a:ahLst/>
            <a:cxnLst/>
            <a:rect l="l" t="t" r="r" b="b"/>
            <a:pathLst>
              <a:path w="5615668" h="2262868">
                <a:moveTo>
                  <a:pt x="114297" y="0"/>
                </a:moveTo>
                <a:lnTo>
                  <a:pt x="5501370" y="0"/>
                </a:lnTo>
                <a:cubicBezTo>
                  <a:pt x="5564495" y="0"/>
                  <a:pt x="5615668" y="51173"/>
                  <a:pt x="5615668" y="114297"/>
                </a:cubicBezTo>
                <a:lnTo>
                  <a:pt x="5615668" y="2148570"/>
                </a:lnTo>
                <a:cubicBezTo>
                  <a:pt x="5615668" y="2211695"/>
                  <a:pt x="5564495" y="2262868"/>
                  <a:pt x="5501370" y="2262868"/>
                </a:cubicBezTo>
                <a:lnTo>
                  <a:pt x="114297" y="2262868"/>
                </a:lnTo>
                <a:cubicBezTo>
                  <a:pt x="51173" y="2262868"/>
                  <a:pt x="0" y="2211695"/>
                  <a:pt x="0" y="2148570"/>
                </a:cubicBezTo>
                <a:lnTo>
                  <a:pt x="0" y="114297"/>
                </a:lnTo>
                <a:cubicBezTo>
                  <a:pt x="0" y="51173"/>
                  <a:pt x="51173" y="0"/>
                  <a:pt x="114297" y="0"/>
                </a:cubicBezTo>
                <a:close/>
              </a:path>
            </a:pathLst>
          </a:custGeom>
          <a:gradFill flip="none" rotWithShape="1">
            <a:gsLst>
              <a:gs pos="1000">
                <a:schemeClr val="accent1">
                  <a:lumMod val="20000"/>
                  <a:lumOff val="80000"/>
                  <a:alpha val="20000"/>
                </a:schemeClr>
              </a:gs>
              <a:gs pos="100000">
                <a:schemeClr val="accent1">
                  <a:lumMod val="20000"/>
                  <a:lumOff val="80000"/>
                  <a:alpha val="50000"/>
                </a:schemeClr>
              </a:gs>
            </a:gsLst>
            <a:lin ang="2700000" scaled="1"/>
          </a:gradFill>
          <a:ln w="7257">
            <a:noFill/>
            <a:prstDash val="solid"/>
          </a:ln>
          <a:effectLst>
            <a:outerShdw blurRad="50800" dist="38100" dir="2700000" algn="tl" rotWithShape="0">
              <a:schemeClr val="accent1">
                <a:alpha val="10000"/>
              </a:schemeClr>
            </a:outerShdw>
          </a:effectLst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Shape 5"/>
          <p:cNvSpPr/>
          <p:nvPr/>
        </p:nvSpPr>
        <p:spPr>
          <a:xfrm>
            <a:off x="3535431" y="3648680"/>
            <a:ext cx="2344982" cy="1026041"/>
          </a:xfrm>
          <a:prstGeom prst="roundRect">
            <a:avLst>
              <a:gd name="adj" fmla="val 14953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3405680" y="1595830"/>
            <a:ext cx="2604485" cy="4105865"/>
          </a:xfrm>
          <a:custGeom>
            <a:avLst/>
            <a:gdLst/>
            <a:ahLst/>
            <a:cxnLst/>
            <a:rect l="l" t="t" r="r" b="b"/>
            <a:pathLst>
              <a:path w="5615668" h="2262868">
                <a:moveTo>
                  <a:pt x="114297" y="0"/>
                </a:moveTo>
                <a:lnTo>
                  <a:pt x="5501370" y="0"/>
                </a:lnTo>
                <a:cubicBezTo>
                  <a:pt x="5564495" y="0"/>
                  <a:pt x="5615668" y="51173"/>
                  <a:pt x="5615668" y="114297"/>
                </a:cubicBezTo>
                <a:lnTo>
                  <a:pt x="5615668" y="2148570"/>
                </a:lnTo>
                <a:cubicBezTo>
                  <a:pt x="5615668" y="2211695"/>
                  <a:pt x="5564495" y="2262868"/>
                  <a:pt x="5501370" y="2262868"/>
                </a:cubicBezTo>
                <a:lnTo>
                  <a:pt x="114297" y="2262868"/>
                </a:lnTo>
                <a:cubicBezTo>
                  <a:pt x="51173" y="2262868"/>
                  <a:pt x="0" y="2211695"/>
                  <a:pt x="0" y="2148570"/>
                </a:cubicBezTo>
                <a:lnTo>
                  <a:pt x="0" y="114297"/>
                </a:lnTo>
                <a:cubicBezTo>
                  <a:pt x="0" y="51173"/>
                  <a:pt x="51173" y="0"/>
                  <a:pt x="114297" y="0"/>
                </a:cubicBezTo>
                <a:close/>
              </a:path>
            </a:pathLst>
          </a:custGeom>
          <a:gradFill flip="none" rotWithShape="1">
            <a:gsLst>
              <a:gs pos="1000">
                <a:schemeClr val="accent1">
                  <a:lumMod val="20000"/>
                  <a:lumOff val="80000"/>
                  <a:alpha val="20000"/>
                </a:schemeClr>
              </a:gs>
              <a:gs pos="100000">
                <a:schemeClr val="accent1">
                  <a:lumMod val="20000"/>
                  <a:lumOff val="80000"/>
                  <a:alpha val="50000"/>
                </a:schemeClr>
              </a:gs>
            </a:gsLst>
            <a:lin ang="2700000" scaled="1"/>
          </a:gradFill>
          <a:ln w="7257">
            <a:noFill/>
            <a:prstDash val="solid"/>
          </a:ln>
          <a:effectLst>
            <a:outerShdw blurRad="50800" dist="38100" dir="2700000" algn="tl" rotWithShape="0">
              <a:schemeClr val="accent1">
                <a:alpha val="10000"/>
              </a:schemeClr>
            </a:outerShdw>
          </a:effectLst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405680" y="1595830"/>
            <a:ext cx="2604484" cy="65923"/>
          </a:xfrm>
          <a:prstGeom prst="rect">
            <a:avLst/>
          </a:prstGeom>
          <a:solidFill>
            <a:schemeClr val="accent1"/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8" name="Shape 5"/>
          <p:cNvSpPr/>
          <p:nvPr/>
        </p:nvSpPr>
        <p:spPr>
          <a:xfrm>
            <a:off x="3535431" y="2386440"/>
            <a:ext cx="2344982" cy="1026041"/>
          </a:xfrm>
          <a:prstGeom prst="roundRect">
            <a:avLst>
              <a:gd name="adj" fmla="val 14953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核心技术</a:t>
            </a:r>
            <a:r>
              <a:rPr lang="en-US" altLang="zh-CN" dirty="0"/>
              <a:t>——</a:t>
            </a:r>
            <a:r>
              <a:rPr lang="zh-CN" altLang="en-US" dirty="0"/>
              <a:t>算法驱动极致优化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643084" y="1595830"/>
            <a:ext cx="2604484" cy="65923"/>
          </a:xfrm>
          <a:prstGeom prst="rect">
            <a:avLst/>
          </a:prstGeom>
          <a:solidFill>
            <a:schemeClr val="accent1"/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Shape 11"/>
          <p:cNvSpPr/>
          <p:nvPr/>
        </p:nvSpPr>
        <p:spPr>
          <a:xfrm>
            <a:off x="6168275" y="1595830"/>
            <a:ext cx="2604485" cy="4105865"/>
          </a:xfrm>
          <a:custGeom>
            <a:avLst/>
            <a:gdLst/>
            <a:ahLst/>
            <a:cxnLst/>
            <a:rect l="l" t="t" r="r" b="b"/>
            <a:pathLst>
              <a:path w="5615668" h="2262868">
                <a:moveTo>
                  <a:pt x="114297" y="0"/>
                </a:moveTo>
                <a:lnTo>
                  <a:pt x="5501370" y="0"/>
                </a:lnTo>
                <a:cubicBezTo>
                  <a:pt x="5564495" y="0"/>
                  <a:pt x="5615668" y="51173"/>
                  <a:pt x="5615668" y="114297"/>
                </a:cubicBezTo>
                <a:lnTo>
                  <a:pt x="5615668" y="2148570"/>
                </a:lnTo>
                <a:cubicBezTo>
                  <a:pt x="5615668" y="2211695"/>
                  <a:pt x="5564495" y="2262868"/>
                  <a:pt x="5501370" y="2262868"/>
                </a:cubicBezTo>
                <a:lnTo>
                  <a:pt x="114297" y="2262868"/>
                </a:lnTo>
                <a:cubicBezTo>
                  <a:pt x="51173" y="2262868"/>
                  <a:pt x="0" y="2211695"/>
                  <a:pt x="0" y="2148570"/>
                </a:cubicBezTo>
                <a:lnTo>
                  <a:pt x="0" y="114297"/>
                </a:lnTo>
                <a:cubicBezTo>
                  <a:pt x="0" y="51173"/>
                  <a:pt x="51173" y="0"/>
                  <a:pt x="114297" y="0"/>
                </a:cubicBezTo>
                <a:close/>
              </a:path>
            </a:pathLst>
          </a:custGeom>
          <a:gradFill flip="none" rotWithShape="1">
            <a:gsLst>
              <a:gs pos="1000">
                <a:schemeClr val="accent1">
                  <a:lumMod val="20000"/>
                  <a:lumOff val="80000"/>
                  <a:alpha val="20000"/>
                </a:schemeClr>
              </a:gs>
              <a:gs pos="100000">
                <a:schemeClr val="accent1">
                  <a:lumMod val="20000"/>
                  <a:lumOff val="80000"/>
                  <a:alpha val="50000"/>
                </a:schemeClr>
              </a:gs>
            </a:gsLst>
            <a:lin ang="2700000" scaled="1"/>
          </a:gradFill>
          <a:ln w="7257">
            <a:noFill/>
            <a:prstDash val="solid"/>
          </a:ln>
          <a:effectLst>
            <a:outerShdw blurRad="50800" dist="38100" dir="2700000" algn="tl" rotWithShape="0">
              <a:schemeClr val="accent1">
                <a:alpha val="10000"/>
              </a:schemeClr>
            </a:outerShdw>
          </a:effectLst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168275" y="1595830"/>
            <a:ext cx="2604484" cy="65923"/>
          </a:xfrm>
          <a:prstGeom prst="rect">
            <a:avLst/>
          </a:prstGeom>
          <a:solidFill>
            <a:schemeClr val="accent1"/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Shape 11"/>
          <p:cNvSpPr/>
          <p:nvPr/>
        </p:nvSpPr>
        <p:spPr>
          <a:xfrm>
            <a:off x="8930871" y="1595830"/>
            <a:ext cx="2604485" cy="4105865"/>
          </a:xfrm>
          <a:custGeom>
            <a:avLst/>
            <a:gdLst/>
            <a:ahLst/>
            <a:cxnLst/>
            <a:rect l="l" t="t" r="r" b="b"/>
            <a:pathLst>
              <a:path w="5615668" h="2262868">
                <a:moveTo>
                  <a:pt x="114297" y="0"/>
                </a:moveTo>
                <a:lnTo>
                  <a:pt x="5501370" y="0"/>
                </a:lnTo>
                <a:cubicBezTo>
                  <a:pt x="5564495" y="0"/>
                  <a:pt x="5615668" y="51173"/>
                  <a:pt x="5615668" y="114297"/>
                </a:cubicBezTo>
                <a:lnTo>
                  <a:pt x="5615668" y="2148570"/>
                </a:lnTo>
                <a:cubicBezTo>
                  <a:pt x="5615668" y="2211695"/>
                  <a:pt x="5564495" y="2262868"/>
                  <a:pt x="5501370" y="2262868"/>
                </a:cubicBezTo>
                <a:lnTo>
                  <a:pt x="114297" y="2262868"/>
                </a:lnTo>
                <a:cubicBezTo>
                  <a:pt x="51173" y="2262868"/>
                  <a:pt x="0" y="2211695"/>
                  <a:pt x="0" y="2148570"/>
                </a:cubicBezTo>
                <a:lnTo>
                  <a:pt x="0" y="114297"/>
                </a:lnTo>
                <a:cubicBezTo>
                  <a:pt x="0" y="51173"/>
                  <a:pt x="51173" y="0"/>
                  <a:pt x="114297" y="0"/>
                </a:cubicBezTo>
                <a:close/>
              </a:path>
            </a:pathLst>
          </a:custGeom>
          <a:gradFill flip="none" rotWithShape="1">
            <a:gsLst>
              <a:gs pos="1000">
                <a:schemeClr val="accent1">
                  <a:lumMod val="20000"/>
                  <a:lumOff val="80000"/>
                  <a:alpha val="20000"/>
                </a:schemeClr>
              </a:gs>
              <a:gs pos="100000">
                <a:schemeClr val="accent1">
                  <a:lumMod val="20000"/>
                  <a:lumOff val="80000"/>
                  <a:alpha val="50000"/>
                </a:schemeClr>
              </a:gs>
            </a:gsLst>
            <a:lin ang="2700000" scaled="1"/>
          </a:gradFill>
          <a:ln w="7257">
            <a:noFill/>
            <a:prstDash val="solid"/>
          </a:ln>
          <a:effectLst>
            <a:outerShdw blurRad="50800" dist="38100" dir="2700000" algn="tl" rotWithShape="0">
              <a:schemeClr val="accent1">
                <a:alpha val="10000"/>
              </a:schemeClr>
            </a:outerShdw>
          </a:effectLst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8930871" y="1595830"/>
            <a:ext cx="2604484" cy="59695"/>
          </a:xfrm>
          <a:prstGeom prst="rect">
            <a:avLst/>
          </a:prstGeom>
          <a:solidFill>
            <a:schemeClr val="accent1"/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Shape 13"/>
          <p:cNvSpPr/>
          <p:nvPr/>
        </p:nvSpPr>
        <p:spPr>
          <a:xfrm>
            <a:off x="1675859" y="5066268"/>
            <a:ext cx="538934" cy="538934"/>
          </a:xfrm>
          <a:custGeom>
            <a:avLst/>
            <a:gdLst/>
            <a:ahLst/>
            <a:cxnLst/>
            <a:rect l="l" t="t" r="r" b="b"/>
            <a:pathLst>
              <a:path w="226652" h="226652">
                <a:moveTo>
                  <a:pt x="77912" y="10624"/>
                </a:moveTo>
                <a:cubicBezTo>
                  <a:pt x="77912" y="4737"/>
                  <a:pt x="73175" y="0"/>
                  <a:pt x="67287" y="0"/>
                </a:cubicBezTo>
                <a:cubicBezTo>
                  <a:pt x="61400" y="0"/>
                  <a:pt x="56663" y="4737"/>
                  <a:pt x="56663" y="10624"/>
                </a:cubicBezTo>
                <a:lnTo>
                  <a:pt x="56663" y="28332"/>
                </a:lnTo>
                <a:cubicBezTo>
                  <a:pt x="41036" y="28332"/>
                  <a:pt x="28332" y="41036"/>
                  <a:pt x="28332" y="56663"/>
                </a:cubicBezTo>
                <a:lnTo>
                  <a:pt x="10624" y="56663"/>
                </a:lnTo>
                <a:cubicBezTo>
                  <a:pt x="4737" y="56663"/>
                  <a:pt x="0" y="61400"/>
                  <a:pt x="0" y="67287"/>
                </a:cubicBezTo>
                <a:cubicBezTo>
                  <a:pt x="0" y="73175"/>
                  <a:pt x="4737" y="77912"/>
                  <a:pt x="10624" y="77912"/>
                </a:cubicBezTo>
                <a:lnTo>
                  <a:pt x="28332" y="77912"/>
                </a:lnTo>
                <a:lnTo>
                  <a:pt x="28332" y="102702"/>
                </a:lnTo>
                <a:lnTo>
                  <a:pt x="10624" y="102702"/>
                </a:lnTo>
                <a:cubicBezTo>
                  <a:pt x="4737" y="102702"/>
                  <a:pt x="0" y="107438"/>
                  <a:pt x="0" y="113326"/>
                </a:cubicBezTo>
                <a:cubicBezTo>
                  <a:pt x="0" y="119214"/>
                  <a:pt x="4737" y="123950"/>
                  <a:pt x="10624" y="123950"/>
                </a:cubicBezTo>
                <a:lnTo>
                  <a:pt x="28332" y="123950"/>
                </a:lnTo>
                <a:lnTo>
                  <a:pt x="28332" y="148741"/>
                </a:lnTo>
                <a:lnTo>
                  <a:pt x="10624" y="148741"/>
                </a:lnTo>
                <a:cubicBezTo>
                  <a:pt x="4737" y="148741"/>
                  <a:pt x="0" y="153477"/>
                  <a:pt x="0" y="159365"/>
                </a:cubicBezTo>
                <a:cubicBezTo>
                  <a:pt x="0" y="165252"/>
                  <a:pt x="4737" y="169989"/>
                  <a:pt x="10624" y="169989"/>
                </a:cubicBezTo>
                <a:lnTo>
                  <a:pt x="28332" y="169989"/>
                </a:lnTo>
                <a:cubicBezTo>
                  <a:pt x="28332" y="185616"/>
                  <a:pt x="41036" y="198321"/>
                  <a:pt x="56663" y="198321"/>
                </a:cubicBezTo>
                <a:lnTo>
                  <a:pt x="56663" y="216028"/>
                </a:lnTo>
                <a:cubicBezTo>
                  <a:pt x="56663" y="221916"/>
                  <a:pt x="61400" y="226652"/>
                  <a:pt x="67287" y="226652"/>
                </a:cubicBezTo>
                <a:cubicBezTo>
                  <a:pt x="73175" y="226652"/>
                  <a:pt x="77912" y="221916"/>
                  <a:pt x="77912" y="216028"/>
                </a:cubicBezTo>
                <a:lnTo>
                  <a:pt x="77912" y="198321"/>
                </a:lnTo>
                <a:lnTo>
                  <a:pt x="102702" y="198321"/>
                </a:lnTo>
                <a:lnTo>
                  <a:pt x="102702" y="216028"/>
                </a:lnTo>
                <a:cubicBezTo>
                  <a:pt x="102702" y="221916"/>
                  <a:pt x="107438" y="226652"/>
                  <a:pt x="113326" y="226652"/>
                </a:cubicBezTo>
                <a:cubicBezTo>
                  <a:pt x="119214" y="226652"/>
                  <a:pt x="123950" y="221916"/>
                  <a:pt x="123950" y="216028"/>
                </a:cubicBezTo>
                <a:lnTo>
                  <a:pt x="123950" y="198321"/>
                </a:lnTo>
                <a:lnTo>
                  <a:pt x="148741" y="198321"/>
                </a:lnTo>
                <a:lnTo>
                  <a:pt x="148741" y="216028"/>
                </a:lnTo>
                <a:cubicBezTo>
                  <a:pt x="148741" y="221916"/>
                  <a:pt x="153477" y="226652"/>
                  <a:pt x="159365" y="226652"/>
                </a:cubicBezTo>
                <a:cubicBezTo>
                  <a:pt x="165252" y="226652"/>
                  <a:pt x="169989" y="221916"/>
                  <a:pt x="169989" y="216028"/>
                </a:cubicBezTo>
                <a:lnTo>
                  <a:pt x="169989" y="198321"/>
                </a:lnTo>
                <a:cubicBezTo>
                  <a:pt x="185616" y="198321"/>
                  <a:pt x="198321" y="185616"/>
                  <a:pt x="198321" y="169989"/>
                </a:cubicBezTo>
                <a:lnTo>
                  <a:pt x="216028" y="169989"/>
                </a:lnTo>
                <a:cubicBezTo>
                  <a:pt x="221916" y="169989"/>
                  <a:pt x="226652" y="165252"/>
                  <a:pt x="226652" y="159365"/>
                </a:cubicBezTo>
                <a:cubicBezTo>
                  <a:pt x="226652" y="153477"/>
                  <a:pt x="221916" y="148741"/>
                  <a:pt x="216028" y="148741"/>
                </a:cubicBezTo>
                <a:lnTo>
                  <a:pt x="198321" y="148741"/>
                </a:lnTo>
                <a:lnTo>
                  <a:pt x="198321" y="123950"/>
                </a:lnTo>
                <a:lnTo>
                  <a:pt x="216028" y="123950"/>
                </a:lnTo>
                <a:cubicBezTo>
                  <a:pt x="221916" y="123950"/>
                  <a:pt x="226652" y="119214"/>
                  <a:pt x="226652" y="113326"/>
                </a:cubicBezTo>
                <a:cubicBezTo>
                  <a:pt x="226652" y="107438"/>
                  <a:pt x="221916" y="102702"/>
                  <a:pt x="216028" y="102702"/>
                </a:cubicBezTo>
                <a:lnTo>
                  <a:pt x="198321" y="102702"/>
                </a:lnTo>
                <a:lnTo>
                  <a:pt x="198321" y="77912"/>
                </a:lnTo>
                <a:lnTo>
                  <a:pt x="216028" y="77912"/>
                </a:lnTo>
                <a:cubicBezTo>
                  <a:pt x="221916" y="77912"/>
                  <a:pt x="226652" y="73175"/>
                  <a:pt x="226652" y="67287"/>
                </a:cubicBezTo>
                <a:cubicBezTo>
                  <a:pt x="226652" y="61400"/>
                  <a:pt x="221916" y="56663"/>
                  <a:pt x="216028" y="56663"/>
                </a:cubicBezTo>
                <a:lnTo>
                  <a:pt x="198321" y="56663"/>
                </a:lnTo>
                <a:cubicBezTo>
                  <a:pt x="198321" y="41036"/>
                  <a:pt x="185616" y="28332"/>
                  <a:pt x="169989" y="28332"/>
                </a:cubicBezTo>
                <a:lnTo>
                  <a:pt x="169989" y="10624"/>
                </a:lnTo>
                <a:cubicBezTo>
                  <a:pt x="169989" y="4737"/>
                  <a:pt x="165252" y="0"/>
                  <a:pt x="159365" y="0"/>
                </a:cubicBezTo>
                <a:cubicBezTo>
                  <a:pt x="153477" y="0"/>
                  <a:pt x="148741" y="4737"/>
                  <a:pt x="148741" y="10624"/>
                </a:cubicBezTo>
                <a:lnTo>
                  <a:pt x="148741" y="28332"/>
                </a:lnTo>
                <a:lnTo>
                  <a:pt x="123950" y="28332"/>
                </a:lnTo>
                <a:lnTo>
                  <a:pt x="123950" y="10624"/>
                </a:lnTo>
                <a:cubicBezTo>
                  <a:pt x="123950" y="4737"/>
                  <a:pt x="119214" y="0"/>
                  <a:pt x="113326" y="0"/>
                </a:cubicBezTo>
                <a:cubicBezTo>
                  <a:pt x="107438" y="0"/>
                  <a:pt x="102702" y="4737"/>
                  <a:pt x="102702" y="10624"/>
                </a:cubicBezTo>
                <a:lnTo>
                  <a:pt x="102702" y="28332"/>
                </a:lnTo>
                <a:lnTo>
                  <a:pt x="77912" y="28332"/>
                </a:lnTo>
                <a:lnTo>
                  <a:pt x="77912" y="10624"/>
                </a:lnTo>
                <a:close/>
                <a:moveTo>
                  <a:pt x="70829" y="56663"/>
                </a:moveTo>
                <a:lnTo>
                  <a:pt x="155823" y="56663"/>
                </a:lnTo>
                <a:cubicBezTo>
                  <a:pt x="163659" y="56663"/>
                  <a:pt x="169989" y="62993"/>
                  <a:pt x="169989" y="70829"/>
                </a:cubicBezTo>
                <a:lnTo>
                  <a:pt x="169989" y="155823"/>
                </a:lnTo>
                <a:cubicBezTo>
                  <a:pt x="169989" y="163659"/>
                  <a:pt x="163659" y="169989"/>
                  <a:pt x="155823" y="169989"/>
                </a:cubicBezTo>
                <a:lnTo>
                  <a:pt x="70829" y="169989"/>
                </a:lnTo>
                <a:cubicBezTo>
                  <a:pt x="62993" y="169989"/>
                  <a:pt x="56663" y="163659"/>
                  <a:pt x="56663" y="155823"/>
                </a:cubicBezTo>
                <a:lnTo>
                  <a:pt x="56663" y="70829"/>
                </a:lnTo>
                <a:cubicBezTo>
                  <a:pt x="56663" y="62993"/>
                  <a:pt x="62993" y="56663"/>
                  <a:pt x="70829" y="56663"/>
                </a:cubicBezTo>
                <a:close/>
                <a:moveTo>
                  <a:pt x="77912" y="77912"/>
                </a:moveTo>
                <a:lnTo>
                  <a:pt x="77912" y="148741"/>
                </a:lnTo>
                <a:lnTo>
                  <a:pt x="148741" y="148741"/>
                </a:lnTo>
                <a:lnTo>
                  <a:pt x="148741" y="77912"/>
                </a:lnTo>
                <a:lnTo>
                  <a:pt x="77912" y="77912"/>
                </a:lnTo>
                <a:close/>
              </a:path>
            </a:pathLst>
          </a:custGeom>
          <a:solidFill>
            <a:schemeClr val="accent1"/>
          </a:solidFill>
          <a:effectLst>
            <a:outerShdw blurRad="50800" dist="38100" dir="2700000" algn="tl" rotWithShape="0">
              <a:schemeClr val="accent1">
                <a:lumMod val="75000"/>
                <a:alpha val="40000"/>
              </a:schemeClr>
            </a:outerShdw>
          </a:effectLst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Shape 23"/>
          <p:cNvSpPr/>
          <p:nvPr/>
        </p:nvSpPr>
        <p:spPr>
          <a:xfrm>
            <a:off x="4460909" y="5037490"/>
            <a:ext cx="538934" cy="538934"/>
          </a:xfrm>
          <a:custGeom>
            <a:avLst/>
            <a:gdLst/>
            <a:ahLst/>
            <a:cxnLst/>
            <a:rect l="l" t="t" r="r" b="b"/>
            <a:pathLst>
              <a:path w="226652" h="226652">
                <a:moveTo>
                  <a:pt x="102923" y="2302"/>
                </a:moveTo>
                <a:cubicBezTo>
                  <a:pt x="109519" y="-753"/>
                  <a:pt x="117133" y="-753"/>
                  <a:pt x="123729" y="2302"/>
                </a:cubicBezTo>
                <a:lnTo>
                  <a:pt x="220499" y="47013"/>
                </a:lnTo>
                <a:cubicBezTo>
                  <a:pt x="224262" y="48739"/>
                  <a:pt x="226652" y="52502"/>
                  <a:pt x="226652" y="56663"/>
                </a:cubicBezTo>
                <a:cubicBezTo>
                  <a:pt x="226652" y="60824"/>
                  <a:pt x="224262" y="64587"/>
                  <a:pt x="220499" y="66313"/>
                </a:cubicBezTo>
                <a:lnTo>
                  <a:pt x="123729" y="111024"/>
                </a:lnTo>
                <a:cubicBezTo>
                  <a:pt x="117133" y="114079"/>
                  <a:pt x="109519" y="114079"/>
                  <a:pt x="102923" y="111024"/>
                </a:cubicBezTo>
                <a:lnTo>
                  <a:pt x="6153" y="66313"/>
                </a:lnTo>
                <a:cubicBezTo>
                  <a:pt x="2390" y="64543"/>
                  <a:pt x="0" y="60780"/>
                  <a:pt x="0" y="56663"/>
                </a:cubicBezTo>
                <a:cubicBezTo>
                  <a:pt x="0" y="52546"/>
                  <a:pt x="2390" y="48739"/>
                  <a:pt x="6153" y="47013"/>
                </a:cubicBezTo>
                <a:lnTo>
                  <a:pt x="102923" y="2302"/>
                </a:lnTo>
                <a:close/>
                <a:moveTo>
                  <a:pt x="21293" y="96681"/>
                </a:moveTo>
                <a:lnTo>
                  <a:pt x="94025" y="130281"/>
                </a:lnTo>
                <a:cubicBezTo>
                  <a:pt x="106287" y="135947"/>
                  <a:pt x="120409" y="135947"/>
                  <a:pt x="132671" y="130281"/>
                </a:cubicBezTo>
                <a:lnTo>
                  <a:pt x="205404" y="96681"/>
                </a:lnTo>
                <a:lnTo>
                  <a:pt x="220499" y="103676"/>
                </a:lnTo>
                <a:cubicBezTo>
                  <a:pt x="224262" y="105402"/>
                  <a:pt x="226652" y="109165"/>
                  <a:pt x="226652" y="113326"/>
                </a:cubicBezTo>
                <a:cubicBezTo>
                  <a:pt x="226652" y="117487"/>
                  <a:pt x="224262" y="121250"/>
                  <a:pt x="220499" y="122977"/>
                </a:cubicBezTo>
                <a:lnTo>
                  <a:pt x="123729" y="167687"/>
                </a:lnTo>
                <a:cubicBezTo>
                  <a:pt x="117133" y="170742"/>
                  <a:pt x="109519" y="170742"/>
                  <a:pt x="102923" y="167687"/>
                </a:cubicBezTo>
                <a:lnTo>
                  <a:pt x="6153" y="122977"/>
                </a:lnTo>
                <a:cubicBezTo>
                  <a:pt x="2390" y="121206"/>
                  <a:pt x="0" y="117443"/>
                  <a:pt x="0" y="113326"/>
                </a:cubicBezTo>
                <a:cubicBezTo>
                  <a:pt x="0" y="109209"/>
                  <a:pt x="2390" y="105402"/>
                  <a:pt x="6153" y="103676"/>
                </a:cubicBezTo>
                <a:lnTo>
                  <a:pt x="21249" y="96681"/>
                </a:lnTo>
                <a:close/>
                <a:moveTo>
                  <a:pt x="6153" y="160339"/>
                </a:moveTo>
                <a:lnTo>
                  <a:pt x="21249" y="153344"/>
                </a:lnTo>
                <a:lnTo>
                  <a:pt x="93981" y="186944"/>
                </a:lnTo>
                <a:cubicBezTo>
                  <a:pt x="106243" y="192610"/>
                  <a:pt x="120365" y="192610"/>
                  <a:pt x="132627" y="186944"/>
                </a:cubicBezTo>
                <a:lnTo>
                  <a:pt x="205359" y="153344"/>
                </a:lnTo>
                <a:lnTo>
                  <a:pt x="220455" y="160339"/>
                </a:lnTo>
                <a:cubicBezTo>
                  <a:pt x="224217" y="162065"/>
                  <a:pt x="226608" y="165828"/>
                  <a:pt x="226608" y="169989"/>
                </a:cubicBezTo>
                <a:cubicBezTo>
                  <a:pt x="226608" y="174150"/>
                  <a:pt x="224217" y="177913"/>
                  <a:pt x="220455" y="179640"/>
                </a:cubicBezTo>
                <a:lnTo>
                  <a:pt x="123685" y="224350"/>
                </a:lnTo>
                <a:cubicBezTo>
                  <a:pt x="117089" y="227405"/>
                  <a:pt x="109475" y="227405"/>
                  <a:pt x="102879" y="224350"/>
                </a:cubicBezTo>
                <a:lnTo>
                  <a:pt x="6153" y="179640"/>
                </a:lnTo>
                <a:cubicBezTo>
                  <a:pt x="2390" y="177869"/>
                  <a:pt x="0" y="174106"/>
                  <a:pt x="0" y="169989"/>
                </a:cubicBezTo>
                <a:cubicBezTo>
                  <a:pt x="0" y="165872"/>
                  <a:pt x="2390" y="162065"/>
                  <a:pt x="6153" y="160339"/>
                </a:cubicBezTo>
                <a:close/>
              </a:path>
            </a:pathLst>
          </a:custGeom>
          <a:solidFill>
            <a:schemeClr val="accent1"/>
          </a:solidFill>
          <a:effectLst>
            <a:outerShdw blurRad="50800" dist="38100" dir="2700000" algn="tl" rotWithShape="0">
              <a:schemeClr val="accent1">
                <a:lumMod val="75000"/>
                <a:alpha val="40000"/>
              </a:scheme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4"/>
          <p:cNvSpPr/>
          <p:nvPr/>
        </p:nvSpPr>
        <p:spPr>
          <a:xfrm>
            <a:off x="7245959" y="5037490"/>
            <a:ext cx="471570" cy="538934"/>
          </a:xfrm>
          <a:custGeom>
            <a:avLst/>
            <a:gdLst/>
            <a:ahLst/>
            <a:cxnLst/>
            <a:rect l="l" t="t" r="r" b="b"/>
            <a:pathLst>
              <a:path w="198321" h="226652">
                <a:moveTo>
                  <a:pt x="443" y="195532"/>
                </a:moveTo>
                <a:cubicBezTo>
                  <a:pt x="2435" y="205182"/>
                  <a:pt x="10978" y="212486"/>
                  <a:pt x="21249" y="212486"/>
                </a:cubicBezTo>
                <a:lnTo>
                  <a:pt x="177072" y="212486"/>
                </a:lnTo>
                <a:cubicBezTo>
                  <a:pt x="188803" y="212486"/>
                  <a:pt x="198321" y="202969"/>
                  <a:pt x="198321" y="191238"/>
                </a:cubicBezTo>
                <a:lnTo>
                  <a:pt x="198321" y="148741"/>
                </a:lnTo>
                <a:cubicBezTo>
                  <a:pt x="198321" y="137009"/>
                  <a:pt x="188803" y="127492"/>
                  <a:pt x="177072" y="127492"/>
                </a:cubicBezTo>
                <a:lnTo>
                  <a:pt x="155823" y="127492"/>
                </a:lnTo>
                <a:lnTo>
                  <a:pt x="155823" y="159365"/>
                </a:lnTo>
                <a:cubicBezTo>
                  <a:pt x="155823" y="165252"/>
                  <a:pt x="151087" y="169989"/>
                  <a:pt x="145199" y="169989"/>
                </a:cubicBezTo>
                <a:cubicBezTo>
                  <a:pt x="139311" y="169989"/>
                  <a:pt x="134575" y="165252"/>
                  <a:pt x="134575" y="159365"/>
                </a:cubicBezTo>
                <a:lnTo>
                  <a:pt x="134575" y="127492"/>
                </a:lnTo>
                <a:lnTo>
                  <a:pt x="106243" y="127492"/>
                </a:lnTo>
                <a:lnTo>
                  <a:pt x="106243" y="159365"/>
                </a:lnTo>
                <a:cubicBezTo>
                  <a:pt x="106243" y="165252"/>
                  <a:pt x="101507" y="169989"/>
                  <a:pt x="95619" y="169989"/>
                </a:cubicBezTo>
                <a:cubicBezTo>
                  <a:pt x="89731" y="169989"/>
                  <a:pt x="84995" y="165252"/>
                  <a:pt x="84995" y="159365"/>
                </a:cubicBezTo>
                <a:lnTo>
                  <a:pt x="84995" y="127492"/>
                </a:lnTo>
                <a:lnTo>
                  <a:pt x="53122" y="127492"/>
                </a:lnTo>
                <a:cubicBezTo>
                  <a:pt x="47234" y="127492"/>
                  <a:pt x="42497" y="122755"/>
                  <a:pt x="42497" y="116868"/>
                </a:cubicBezTo>
                <a:cubicBezTo>
                  <a:pt x="42497" y="110980"/>
                  <a:pt x="47234" y="106243"/>
                  <a:pt x="53122" y="106243"/>
                </a:cubicBezTo>
                <a:lnTo>
                  <a:pt x="84995" y="106243"/>
                </a:lnTo>
                <a:lnTo>
                  <a:pt x="84995" y="77912"/>
                </a:lnTo>
                <a:lnTo>
                  <a:pt x="53122" y="77912"/>
                </a:lnTo>
                <a:cubicBezTo>
                  <a:pt x="47234" y="77912"/>
                  <a:pt x="42497" y="73175"/>
                  <a:pt x="42497" y="67287"/>
                </a:cubicBezTo>
                <a:cubicBezTo>
                  <a:pt x="42497" y="61400"/>
                  <a:pt x="47234" y="56663"/>
                  <a:pt x="53122" y="56663"/>
                </a:cubicBezTo>
                <a:lnTo>
                  <a:pt x="84995" y="56663"/>
                </a:lnTo>
                <a:lnTo>
                  <a:pt x="84995" y="35414"/>
                </a:lnTo>
                <a:cubicBezTo>
                  <a:pt x="84995" y="23683"/>
                  <a:pt x="75477" y="14166"/>
                  <a:pt x="63746" y="14166"/>
                </a:cubicBezTo>
                <a:lnTo>
                  <a:pt x="21249" y="14166"/>
                </a:lnTo>
                <a:cubicBezTo>
                  <a:pt x="9518" y="14166"/>
                  <a:pt x="0" y="23683"/>
                  <a:pt x="0" y="35414"/>
                </a:cubicBezTo>
                <a:lnTo>
                  <a:pt x="0" y="191238"/>
                </a:lnTo>
                <a:cubicBezTo>
                  <a:pt x="0" y="192699"/>
                  <a:pt x="133" y="194159"/>
                  <a:pt x="443" y="195532"/>
                </a:cubicBezTo>
                <a:close/>
              </a:path>
            </a:pathLst>
          </a:custGeom>
          <a:solidFill>
            <a:schemeClr val="accent1"/>
          </a:solidFill>
          <a:effectLst>
            <a:outerShdw blurRad="50800" dist="38100" dir="2700000" algn="tl" rotWithShape="0">
              <a:schemeClr val="accent1">
                <a:lumMod val="75000"/>
                <a:alpha val="40000"/>
              </a:scheme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4"/>
          <p:cNvSpPr/>
          <p:nvPr/>
        </p:nvSpPr>
        <p:spPr>
          <a:xfrm>
            <a:off x="9963646" y="5037490"/>
            <a:ext cx="538934" cy="538934"/>
          </a:xfrm>
          <a:custGeom>
            <a:avLst/>
            <a:gdLst/>
            <a:ahLst/>
            <a:cxnLst/>
            <a:rect l="l" t="t" r="r" b="b"/>
            <a:pathLst>
              <a:path w="226652" h="226652">
                <a:moveTo>
                  <a:pt x="113326" y="0"/>
                </a:moveTo>
                <a:cubicBezTo>
                  <a:pt x="115362" y="0"/>
                  <a:pt x="117399" y="443"/>
                  <a:pt x="119258" y="1284"/>
                </a:cubicBezTo>
                <a:lnTo>
                  <a:pt x="202659" y="36654"/>
                </a:lnTo>
                <a:cubicBezTo>
                  <a:pt x="212398" y="40771"/>
                  <a:pt x="219658" y="50377"/>
                  <a:pt x="219614" y="61975"/>
                </a:cubicBezTo>
                <a:cubicBezTo>
                  <a:pt x="219392" y="105889"/>
                  <a:pt x="201331" y="186236"/>
                  <a:pt x="125057" y="222757"/>
                </a:cubicBezTo>
                <a:cubicBezTo>
                  <a:pt x="117664" y="226298"/>
                  <a:pt x="109076" y="226298"/>
                  <a:pt x="101684" y="222757"/>
                </a:cubicBezTo>
                <a:cubicBezTo>
                  <a:pt x="25366" y="186236"/>
                  <a:pt x="7348" y="105889"/>
                  <a:pt x="7127" y="61975"/>
                </a:cubicBezTo>
                <a:cubicBezTo>
                  <a:pt x="7083" y="50377"/>
                  <a:pt x="14343" y="40771"/>
                  <a:pt x="24082" y="36654"/>
                </a:cubicBezTo>
                <a:lnTo>
                  <a:pt x="107438" y="1284"/>
                </a:lnTo>
                <a:cubicBezTo>
                  <a:pt x="109298" y="443"/>
                  <a:pt x="111290" y="0"/>
                  <a:pt x="113326" y="0"/>
                </a:cubicBezTo>
                <a:close/>
                <a:moveTo>
                  <a:pt x="113326" y="29571"/>
                </a:moveTo>
                <a:lnTo>
                  <a:pt x="113326" y="196948"/>
                </a:lnTo>
                <a:cubicBezTo>
                  <a:pt x="174416" y="167377"/>
                  <a:pt x="190839" y="101861"/>
                  <a:pt x="191238" y="62639"/>
                </a:cubicBezTo>
                <a:lnTo>
                  <a:pt x="113326" y="29615"/>
                </a:lnTo>
                <a:lnTo>
                  <a:pt x="113326" y="29615"/>
                </a:lnTo>
                <a:close/>
              </a:path>
            </a:pathLst>
          </a:custGeom>
          <a:solidFill>
            <a:schemeClr val="accent1"/>
          </a:solidFill>
          <a:effectLst>
            <a:outerShdw blurRad="50800" dist="38100" dir="2700000" algn="tl" rotWithShape="0">
              <a:schemeClr val="accent1">
                <a:lumMod val="75000"/>
                <a:alpha val="40000"/>
              </a:scheme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14"/>
          <p:cNvSpPr/>
          <p:nvPr/>
        </p:nvSpPr>
        <p:spPr>
          <a:xfrm>
            <a:off x="1028616" y="1857700"/>
            <a:ext cx="1833420" cy="3041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zh-CN" altLang="en-US" sz="1600" b="1" dirty="0">
                <a:solidFill>
                  <a:schemeClr val="accent1"/>
                </a:solidFill>
                <a:latin typeface="+mn-ea"/>
                <a:cs typeface="MiSans" pitchFamily="34" charset="-120"/>
              </a:rPr>
              <a:t>智能优化引擎</a:t>
            </a:r>
            <a:endParaRPr lang="zh-CN" altLang="en-US" sz="1600" b="1" dirty="0">
              <a:solidFill>
                <a:schemeClr val="accent1"/>
              </a:solidFill>
              <a:latin typeface="+mn-ea"/>
              <a:cs typeface="MiSans" pitchFamily="34" charset="-120"/>
            </a:endParaRPr>
          </a:p>
        </p:txBody>
      </p:sp>
      <p:sp>
        <p:nvSpPr>
          <p:cNvPr id="9" name="Text 14"/>
          <p:cNvSpPr/>
          <p:nvPr/>
        </p:nvSpPr>
        <p:spPr>
          <a:xfrm>
            <a:off x="3791212" y="1872031"/>
            <a:ext cx="1833420" cy="3041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zh-CN" altLang="en-US" sz="1600" b="1" dirty="0">
                <a:solidFill>
                  <a:schemeClr val="accent1"/>
                </a:solidFill>
                <a:latin typeface="+mn-ea"/>
                <a:cs typeface="MiSans" pitchFamily="34" charset="-120"/>
              </a:rPr>
              <a:t>双模式支持</a:t>
            </a:r>
            <a:endParaRPr lang="en-US" sz="1600" b="1" dirty="0">
              <a:solidFill>
                <a:schemeClr val="accent1"/>
              </a:solidFill>
              <a:latin typeface="+mn-ea"/>
              <a:cs typeface="MiSans" pitchFamily="34" charset="-120"/>
            </a:endParaRPr>
          </a:p>
        </p:txBody>
      </p:sp>
      <p:sp>
        <p:nvSpPr>
          <p:cNvPr id="10" name="Text 14"/>
          <p:cNvSpPr/>
          <p:nvPr/>
        </p:nvSpPr>
        <p:spPr>
          <a:xfrm>
            <a:off x="6553808" y="1843369"/>
            <a:ext cx="1833420" cy="3041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zh-CN" altLang="en-US" sz="1600" b="1" dirty="0">
                <a:solidFill>
                  <a:schemeClr val="accent1"/>
                </a:solidFill>
                <a:latin typeface="+mn-ea"/>
                <a:cs typeface="MiSans" pitchFamily="34" charset="-120"/>
              </a:rPr>
              <a:t>精准计算能力</a:t>
            </a:r>
            <a:endParaRPr lang="en-US" sz="1600" b="1" dirty="0">
              <a:solidFill>
                <a:schemeClr val="accent1"/>
              </a:solidFill>
              <a:latin typeface="+mn-ea"/>
              <a:cs typeface="MiSans" pitchFamily="34" charset="-120"/>
            </a:endParaRPr>
          </a:p>
        </p:txBody>
      </p:sp>
      <p:sp>
        <p:nvSpPr>
          <p:cNvPr id="11" name="Text 14"/>
          <p:cNvSpPr/>
          <p:nvPr/>
        </p:nvSpPr>
        <p:spPr>
          <a:xfrm>
            <a:off x="9316404" y="1857700"/>
            <a:ext cx="1833420" cy="3041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zh-CN" altLang="en-US" sz="1600" b="1" dirty="0">
                <a:solidFill>
                  <a:schemeClr val="accent1"/>
                </a:solidFill>
                <a:latin typeface="+mn-ea"/>
                <a:cs typeface="MiSans" pitchFamily="34" charset="-120"/>
              </a:rPr>
              <a:t>系统稳定可靠</a:t>
            </a:r>
            <a:endParaRPr lang="en-US" sz="1600" b="1" dirty="0">
              <a:solidFill>
                <a:schemeClr val="accent1"/>
              </a:solidFill>
              <a:latin typeface="+mn-ea"/>
              <a:cs typeface="MiSans" pitchFamily="34" charset="-12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72835" y="2441783"/>
            <a:ext cx="2344982" cy="890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基于先进算法，自动寻找全局最优解，支持处理复杂的约束条件，确保每次计算都能获得最佳方案。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298027" y="2441783"/>
            <a:ext cx="2344982" cy="890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全面考虑材料特性、工艺要求等约束条件，确保方案切实可行，精度达毫米级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9060623" y="2441783"/>
            <a:ext cx="2344982" cy="890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经过大量实际案例验证，支持大规模订单处理，长期运行无故障，保障生产连续性。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943977" y="2476954"/>
            <a:ext cx="19364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固定宽度模式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3535431" y="2693927"/>
            <a:ext cx="2344982" cy="612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适用于标准规格生产，确保产品一致性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3943977" y="3788076"/>
            <a:ext cx="19364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可变宽度模式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535431" y="4015753"/>
            <a:ext cx="2344982" cy="612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自动选择最优母卷宽度，最大化材料利用率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Shape 26"/>
          <p:cNvSpPr/>
          <p:nvPr/>
        </p:nvSpPr>
        <p:spPr>
          <a:xfrm>
            <a:off x="3706745" y="2506053"/>
            <a:ext cx="168934" cy="218800"/>
          </a:xfrm>
          <a:custGeom>
            <a:avLst/>
            <a:gdLst/>
            <a:ahLst/>
            <a:cxnLst/>
            <a:rect l="l" t="t" r="r" b="b"/>
            <a:pathLst>
              <a:path w="113326" h="151101">
                <a:moveTo>
                  <a:pt x="37775" y="28332"/>
                </a:moveTo>
                <a:lnTo>
                  <a:pt x="37775" y="47219"/>
                </a:lnTo>
                <a:lnTo>
                  <a:pt x="75551" y="47219"/>
                </a:lnTo>
                <a:lnTo>
                  <a:pt x="75551" y="28332"/>
                </a:lnTo>
                <a:cubicBezTo>
                  <a:pt x="75551" y="17914"/>
                  <a:pt x="67081" y="9444"/>
                  <a:pt x="56663" y="9444"/>
                </a:cubicBezTo>
                <a:cubicBezTo>
                  <a:pt x="46245" y="9444"/>
                  <a:pt x="37775" y="17914"/>
                  <a:pt x="37775" y="28332"/>
                </a:cubicBezTo>
                <a:close/>
                <a:moveTo>
                  <a:pt x="18888" y="47219"/>
                </a:moveTo>
                <a:lnTo>
                  <a:pt x="18888" y="28332"/>
                </a:lnTo>
                <a:cubicBezTo>
                  <a:pt x="18888" y="7467"/>
                  <a:pt x="35798" y="-9444"/>
                  <a:pt x="56663" y="-9444"/>
                </a:cubicBezTo>
                <a:cubicBezTo>
                  <a:pt x="77528" y="-9444"/>
                  <a:pt x="94438" y="7467"/>
                  <a:pt x="94438" y="28332"/>
                </a:cubicBezTo>
                <a:lnTo>
                  <a:pt x="94438" y="47219"/>
                </a:lnTo>
                <a:cubicBezTo>
                  <a:pt x="104856" y="47219"/>
                  <a:pt x="113326" y="55689"/>
                  <a:pt x="113326" y="66107"/>
                </a:cubicBezTo>
                <a:lnTo>
                  <a:pt x="113326" y="132214"/>
                </a:lnTo>
                <a:cubicBezTo>
                  <a:pt x="113326" y="142632"/>
                  <a:pt x="104856" y="151101"/>
                  <a:pt x="94438" y="151101"/>
                </a:cubicBezTo>
                <a:lnTo>
                  <a:pt x="18888" y="151101"/>
                </a:lnTo>
                <a:cubicBezTo>
                  <a:pt x="8470" y="151101"/>
                  <a:pt x="0" y="142632"/>
                  <a:pt x="0" y="132214"/>
                </a:cubicBezTo>
                <a:lnTo>
                  <a:pt x="0" y="66107"/>
                </a:lnTo>
                <a:cubicBezTo>
                  <a:pt x="0" y="55689"/>
                  <a:pt x="8470" y="47219"/>
                  <a:pt x="18888" y="47219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0"/>
          <p:cNvSpPr/>
          <p:nvPr/>
        </p:nvSpPr>
        <p:spPr>
          <a:xfrm>
            <a:off x="3692667" y="3817175"/>
            <a:ext cx="197090" cy="218800"/>
          </a:xfrm>
          <a:custGeom>
            <a:avLst/>
            <a:gdLst/>
            <a:ahLst/>
            <a:cxnLst/>
            <a:rect l="l" t="t" r="r" b="b"/>
            <a:pathLst>
              <a:path w="132214" h="151101">
                <a:moveTo>
                  <a:pt x="49580" y="9444"/>
                </a:moveTo>
                <a:lnTo>
                  <a:pt x="7083" y="9444"/>
                </a:lnTo>
                <a:cubicBezTo>
                  <a:pt x="3158" y="9444"/>
                  <a:pt x="0" y="12602"/>
                  <a:pt x="0" y="16527"/>
                </a:cubicBezTo>
                <a:lnTo>
                  <a:pt x="0" y="59024"/>
                </a:lnTo>
                <a:cubicBezTo>
                  <a:pt x="0" y="61887"/>
                  <a:pt x="1712" y="64484"/>
                  <a:pt x="4368" y="65576"/>
                </a:cubicBezTo>
                <a:cubicBezTo>
                  <a:pt x="7024" y="66668"/>
                  <a:pt x="10064" y="66048"/>
                  <a:pt x="12100" y="64041"/>
                </a:cubicBezTo>
                <a:lnTo>
                  <a:pt x="23905" y="52236"/>
                </a:lnTo>
                <a:lnTo>
                  <a:pt x="47219" y="75551"/>
                </a:lnTo>
                <a:lnTo>
                  <a:pt x="23905" y="98865"/>
                </a:lnTo>
                <a:lnTo>
                  <a:pt x="12100" y="87060"/>
                </a:lnTo>
                <a:cubicBezTo>
                  <a:pt x="10064" y="85024"/>
                  <a:pt x="7024" y="84434"/>
                  <a:pt x="4368" y="85526"/>
                </a:cubicBezTo>
                <a:cubicBezTo>
                  <a:pt x="1712" y="86618"/>
                  <a:pt x="0" y="89215"/>
                  <a:pt x="0" y="92077"/>
                </a:cubicBezTo>
                <a:lnTo>
                  <a:pt x="0" y="134575"/>
                </a:lnTo>
                <a:cubicBezTo>
                  <a:pt x="0" y="138500"/>
                  <a:pt x="3158" y="141658"/>
                  <a:pt x="7083" y="141658"/>
                </a:cubicBezTo>
                <a:lnTo>
                  <a:pt x="49580" y="141658"/>
                </a:lnTo>
                <a:cubicBezTo>
                  <a:pt x="52443" y="141658"/>
                  <a:pt x="55040" y="139946"/>
                  <a:pt x="56132" y="137290"/>
                </a:cubicBezTo>
                <a:cubicBezTo>
                  <a:pt x="57224" y="134634"/>
                  <a:pt x="56634" y="131594"/>
                  <a:pt x="54597" y="129558"/>
                </a:cubicBezTo>
                <a:lnTo>
                  <a:pt x="42792" y="117753"/>
                </a:lnTo>
                <a:lnTo>
                  <a:pt x="66107" y="94438"/>
                </a:lnTo>
                <a:lnTo>
                  <a:pt x="89421" y="117753"/>
                </a:lnTo>
                <a:lnTo>
                  <a:pt x="77617" y="129558"/>
                </a:lnTo>
                <a:cubicBezTo>
                  <a:pt x="75580" y="131594"/>
                  <a:pt x="74990" y="134634"/>
                  <a:pt x="76082" y="137290"/>
                </a:cubicBezTo>
                <a:cubicBezTo>
                  <a:pt x="77174" y="139946"/>
                  <a:pt x="79771" y="141658"/>
                  <a:pt x="82634" y="141658"/>
                </a:cubicBezTo>
                <a:lnTo>
                  <a:pt x="125131" y="141658"/>
                </a:lnTo>
                <a:cubicBezTo>
                  <a:pt x="129056" y="141658"/>
                  <a:pt x="132214" y="138500"/>
                  <a:pt x="132214" y="134575"/>
                </a:cubicBezTo>
                <a:lnTo>
                  <a:pt x="132214" y="92077"/>
                </a:lnTo>
                <a:cubicBezTo>
                  <a:pt x="132214" y="89215"/>
                  <a:pt x="130502" y="86618"/>
                  <a:pt x="127846" y="85526"/>
                </a:cubicBezTo>
                <a:cubicBezTo>
                  <a:pt x="125190" y="84434"/>
                  <a:pt x="122150" y="85024"/>
                  <a:pt x="120114" y="87060"/>
                </a:cubicBezTo>
                <a:lnTo>
                  <a:pt x="108309" y="98865"/>
                </a:lnTo>
                <a:lnTo>
                  <a:pt x="84995" y="75551"/>
                </a:lnTo>
                <a:lnTo>
                  <a:pt x="108309" y="52236"/>
                </a:lnTo>
                <a:lnTo>
                  <a:pt x="120114" y="64041"/>
                </a:lnTo>
                <a:cubicBezTo>
                  <a:pt x="122150" y="66077"/>
                  <a:pt x="125190" y="66668"/>
                  <a:pt x="127846" y="65576"/>
                </a:cubicBezTo>
                <a:cubicBezTo>
                  <a:pt x="130502" y="64484"/>
                  <a:pt x="132214" y="61887"/>
                  <a:pt x="132214" y="59024"/>
                </a:cubicBezTo>
                <a:lnTo>
                  <a:pt x="132214" y="16527"/>
                </a:lnTo>
                <a:cubicBezTo>
                  <a:pt x="132214" y="12602"/>
                  <a:pt x="129056" y="9444"/>
                  <a:pt x="125131" y="9444"/>
                </a:cubicBezTo>
                <a:lnTo>
                  <a:pt x="82634" y="9444"/>
                </a:lnTo>
                <a:cubicBezTo>
                  <a:pt x="79771" y="9444"/>
                  <a:pt x="77174" y="11156"/>
                  <a:pt x="76082" y="13812"/>
                </a:cubicBezTo>
                <a:cubicBezTo>
                  <a:pt x="74990" y="16468"/>
                  <a:pt x="75610" y="19507"/>
                  <a:pt x="77617" y="21544"/>
                </a:cubicBezTo>
                <a:lnTo>
                  <a:pt x="89421" y="33349"/>
                </a:lnTo>
                <a:lnTo>
                  <a:pt x="66107" y="56663"/>
                </a:lnTo>
                <a:lnTo>
                  <a:pt x="42792" y="33349"/>
                </a:lnTo>
                <a:lnTo>
                  <a:pt x="54597" y="21544"/>
                </a:lnTo>
                <a:cubicBezTo>
                  <a:pt x="56634" y="19507"/>
                  <a:pt x="57224" y="16468"/>
                  <a:pt x="56132" y="13812"/>
                </a:cubicBezTo>
                <a:cubicBezTo>
                  <a:pt x="55040" y="11156"/>
                  <a:pt x="52443" y="9444"/>
                  <a:pt x="49580" y="9444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5" name="Text 17"/>
          <p:cNvSpPr/>
          <p:nvPr/>
        </p:nvSpPr>
        <p:spPr>
          <a:xfrm>
            <a:off x="799707" y="3412481"/>
            <a:ext cx="1080000" cy="2520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 anchorCtr="0"/>
          <a:lstStyle/>
          <a:p>
            <a:pPr algn="ct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</a:rPr>
              <a:t>全局优化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47" name="Text 19"/>
          <p:cNvSpPr/>
          <p:nvPr/>
        </p:nvSpPr>
        <p:spPr>
          <a:xfrm>
            <a:off x="799707" y="3744380"/>
            <a:ext cx="1080000" cy="2520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 anchorCtr="0"/>
          <a:lstStyle/>
          <a:p>
            <a:pPr algn="ct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</a:rPr>
              <a:t>复杂约束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49" name="Text 21"/>
          <p:cNvSpPr/>
          <p:nvPr/>
        </p:nvSpPr>
        <p:spPr>
          <a:xfrm>
            <a:off x="2037817" y="3412481"/>
            <a:ext cx="1080000" cy="2520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 anchorCtr="0"/>
          <a:lstStyle/>
          <a:p>
            <a:pPr algn="ct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</a:rPr>
              <a:t>秒级计算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50" name="Text 17"/>
          <p:cNvSpPr/>
          <p:nvPr/>
        </p:nvSpPr>
        <p:spPr>
          <a:xfrm>
            <a:off x="6654988" y="3456177"/>
            <a:ext cx="1631058" cy="3318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 anchorCtr="0"/>
          <a:lstStyle/>
          <a:p>
            <a:pPr algn="ctr"/>
            <a:r>
              <a:rPr lang="zh-CN" altLang="en-US" sz="1400" dirty="0">
                <a:solidFill>
                  <a:schemeClr val="accent1"/>
                </a:solidFill>
                <a:latin typeface="+mn-ea"/>
                <a:cs typeface="+mn-ea"/>
              </a:rPr>
              <a:t>材料特性</a:t>
            </a:r>
            <a:endParaRPr lang="en-US" sz="1400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51" name="Text 17"/>
          <p:cNvSpPr/>
          <p:nvPr/>
        </p:nvSpPr>
        <p:spPr>
          <a:xfrm>
            <a:off x="6654988" y="3853580"/>
            <a:ext cx="1631058" cy="3318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 anchorCtr="0"/>
          <a:lstStyle/>
          <a:p>
            <a:pPr algn="ctr"/>
            <a:r>
              <a:rPr lang="zh-CN" altLang="en-US" sz="1400" dirty="0">
                <a:solidFill>
                  <a:schemeClr val="accent1"/>
                </a:solidFill>
                <a:latin typeface="+mn-ea"/>
                <a:cs typeface="+mn-ea"/>
              </a:rPr>
              <a:t>工艺要求</a:t>
            </a:r>
            <a:endParaRPr lang="en-US" sz="1400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52" name="Text 17"/>
          <p:cNvSpPr/>
          <p:nvPr/>
        </p:nvSpPr>
        <p:spPr>
          <a:xfrm>
            <a:off x="6654988" y="4250983"/>
            <a:ext cx="1631058" cy="3318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 anchorCtr="0"/>
          <a:lstStyle/>
          <a:p>
            <a:pPr algn="ctr"/>
            <a:r>
              <a:rPr lang="zh-CN" altLang="en-US" sz="1400" dirty="0">
                <a:solidFill>
                  <a:schemeClr val="accent1"/>
                </a:solidFill>
                <a:latin typeface="+mn-ea"/>
                <a:cs typeface="+mn-ea"/>
              </a:rPr>
              <a:t>尺寸精度</a:t>
            </a:r>
            <a:endParaRPr lang="en-US" sz="1400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53" name="Text 47"/>
          <p:cNvSpPr/>
          <p:nvPr/>
        </p:nvSpPr>
        <p:spPr>
          <a:xfrm>
            <a:off x="9168410" y="3725097"/>
            <a:ext cx="953828" cy="3399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30" b="1" dirty="0">
                <a:solidFill>
                  <a:schemeClr val="accent1"/>
                </a:solidFill>
                <a:latin typeface="+mn-ea"/>
                <a:cs typeface="MiSans" pitchFamily="34" charset="-120"/>
              </a:rPr>
              <a:t>99.9%</a:t>
            </a:r>
            <a:endParaRPr lang="en-US" sz="1600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54" name="Text 48"/>
          <p:cNvSpPr/>
          <p:nvPr/>
        </p:nvSpPr>
        <p:spPr>
          <a:xfrm>
            <a:off x="9206186" y="4103292"/>
            <a:ext cx="878277" cy="1888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iSans" pitchFamily="34" charset="-120"/>
              </a:rPr>
              <a:t>系统可用性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55" name="Shape 49"/>
          <p:cNvSpPr/>
          <p:nvPr/>
        </p:nvSpPr>
        <p:spPr>
          <a:xfrm>
            <a:off x="10331456" y="3838462"/>
            <a:ext cx="9444" cy="377754"/>
          </a:xfrm>
          <a:custGeom>
            <a:avLst/>
            <a:gdLst/>
            <a:ahLst/>
            <a:cxnLst/>
            <a:rect l="l" t="t" r="r" b="b"/>
            <a:pathLst>
              <a:path w="9444" h="377754">
                <a:moveTo>
                  <a:pt x="0" y="0"/>
                </a:moveTo>
                <a:lnTo>
                  <a:pt x="9444" y="0"/>
                </a:lnTo>
                <a:lnTo>
                  <a:pt x="9444" y="377754"/>
                </a:lnTo>
                <a:lnTo>
                  <a:pt x="0" y="377754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3"/>
          <p:cNvSpPr/>
          <p:nvPr/>
        </p:nvSpPr>
        <p:spPr>
          <a:xfrm>
            <a:off x="10665117" y="3725097"/>
            <a:ext cx="727176" cy="3399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230" b="1" dirty="0">
                <a:solidFill>
                  <a:schemeClr val="accent1"/>
                </a:solidFill>
                <a:latin typeface="+mn-ea"/>
                <a:cs typeface="MiSans" pitchFamily="34" charset="-120"/>
              </a:rPr>
              <a:t>24/7</a:t>
            </a:r>
            <a:endParaRPr lang="en-US" sz="2230" b="1" dirty="0">
              <a:solidFill>
                <a:schemeClr val="accent1"/>
              </a:solidFill>
              <a:latin typeface="+mn-ea"/>
              <a:cs typeface="MiSans" pitchFamily="34" charset="-120"/>
            </a:endParaRPr>
          </a:p>
        </p:txBody>
      </p:sp>
      <p:sp>
        <p:nvSpPr>
          <p:cNvPr id="57" name="Text 54"/>
          <p:cNvSpPr/>
          <p:nvPr/>
        </p:nvSpPr>
        <p:spPr>
          <a:xfrm>
            <a:off x="10702892" y="4103292"/>
            <a:ext cx="651625" cy="1888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iSans" pitchFamily="34" charset="-120"/>
              </a:rPr>
              <a:t>持续运行</a:t>
            </a:r>
            <a:endParaRPr lang="en-US" sz="104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MiSans" pitchFamily="34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全维度排料算法矩阵：从线性切割到立体装载</a:t>
            </a:r>
            <a:endParaRPr lang="zh-CN" altLang="en-US" dirty="0"/>
          </a:p>
        </p:txBody>
      </p:sp>
      <p:sp>
        <p:nvSpPr>
          <p:cNvPr id="7" name="Text 14"/>
          <p:cNvSpPr/>
          <p:nvPr/>
        </p:nvSpPr>
        <p:spPr>
          <a:xfrm>
            <a:off x="459105" y="1104265"/>
            <a:ext cx="3439795" cy="4641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zh-CN" altLang="en-US" sz="1600" b="1" dirty="0">
                <a:solidFill>
                  <a:schemeClr val="tx1"/>
                </a:solidFill>
                <a:latin typeface="+mn-ea"/>
                <a:cs typeface="MiSans" pitchFamily="34" charset="-120"/>
              </a:rPr>
              <a:t>一维智能搭切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MiSans" pitchFamily="34" charset="-120"/>
              </a:rPr>
              <a:t> (1D Cutting)</a:t>
            </a:r>
            <a:endParaRPr lang="en-US" altLang="zh-CN" sz="1600" b="1" dirty="0">
              <a:solidFill>
                <a:schemeClr val="tx1"/>
              </a:solidFill>
              <a:latin typeface="+mn-ea"/>
              <a:cs typeface="MiSans" pitchFamily="34" charset="-120"/>
            </a:endParaRPr>
          </a:p>
        </p:txBody>
      </p:sp>
      <p:sp>
        <p:nvSpPr>
          <p:cNvPr id="4" name="Text 14"/>
          <p:cNvSpPr/>
          <p:nvPr/>
        </p:nvSpPr>
        <p:spPr>
          <a:xfrm>
            <a:off x="4381298" y="1104265"/>
            <a:ext cx="3439795" cy="4641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zh-CN" altLang="en-US" sz="1600" b="1" dirty="0">
                <a:solidFill>
                  <a:schemeClr val="tx1"/>
                </a:solidFill>
                <a:latin typeface="+mn-ea"/>
                <a:cs typeface="MiSans" pitchFamily="34" charset="-120"/>
              </a:rPr>
              <a:t>二维智能排样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MiSans" pitchFamily="34" charset="-120"/>
              </a:rPr>
              <a:t> (2D Nesting)</a:t>
            </a:r>
            <a:endParaRPr lang="en-US" altLang="zh-CN" sz="1600" b="1" dirty="0">
              <a:solidFill>
                <a:schemeClr val="tx1"/>
              </a:solidFill>
              <a:latin typeface="+mn-ea"/>
              <a:cs typeface="MiSans" pitchFamily="34" charset="-120"/>
            </a:endParaRPr>
          </a:p>
        </p:txBody>
      </p:sp>
      <p:sp>
        <p:nvSpPr>
          <p:cNvPr id="5" name="Text 14"/>
          <p:cNvSpPr/>
          <p:nvPr/>
        </p:nvSpPr>
        <p:spPr>
          <a:xfrm>
            <a:off x="8218286" y="1104265"/>
            <a:ext cx="3439795" cy="4641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zh-CN" altLang="en-US" sz="1600" b="1" dirty="0">
                <a:solidFill>
                  <a:schemeClr val="tx1"/>
                </a:solidFill>
                <a:latin typeface="+mn-ea"/>
                <a:cs typeface="MiSans" pitchFamily="34" charset="-120"/>
              </a:rPr>
              <a:t>三维智能装箱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MiSans" pitchFamily="34" charset="-120"/>
              </a:rPr>
              <a:t> (3D Packing)</a:t>
            </a:r>
            <a:endParaRPr lang="en-US" altLang="zh-CN" sz="1600" b="1" dirty="0">
              <a:solidFill>
                <a:schemeClr val="tx1"/>
              </a:solidFill>
              <a:latin typeface="+mn-ea"/>
              <a:cs typeface="MiSans" pitchFamily="34" charset="-12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l="1883" r="66565"/>
          <a:stretch>
            <a:fillRect/>
          </a:stretch>
        </p:blipFill>
        <p:spPr>
          <a:xfrm>
            <a:off x="493510" y="1735086"/>
            <a:ext cx="3378772" cy="3000443"/>
          </a:xfrm>
          <a:prstGeom prst="rect">
            <a:avLst/>
          </a:prstGeom>
        </p:spPr>
      </p:pic>
      <p:sp>
        <p:nvSpPr>
          <p:cNvPr id="8" name="Text 14"/>
          <p:cNvSpPr/>
          <p:nvPr/>
        </p:nvSpPr>
        <p:spPr>
          <a:xfrm>
            <a:off x="493510" y="4917916"/>
            <a:ext cx="3439795" cy="721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</a:pPr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适应场景：</a:t>
            </a:r>
            <a:r>
              <a:rPr 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卷材分切（薄膜、纸张、金属带材）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</a:pPr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应用价值：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最大化母卷利用率，</a:t>
            </a:r>
            <a:r>
              <a:rPr 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减少换刀次数</a:t>
            </a:r>
            <a:endParaRPr lang="zh-CN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14"/>
          <p:cNvSpPr/>
          <p:nvPr/>
        </p:nvSpPr>
        <p:spPr>
          <a:xfrm>
            <a:off x="4411980" y="4918075"/>
            <a:ext cx="3538855" cy="721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</a:pPr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适应场景：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板材切割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水刀切割（板材、建材）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</a:pPr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应用价值：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复杂异形件高效嵌套，支持预料再利用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 14"/>
          <p:cNvSpPr/>
          <p:nvPr/>
        </p:nvSpPr>
        <p:spPr>
          <a:xfrm>
            <a:off x="8123555" y="4918075"/>
            <a:ext cx="3863340" cy="721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</a:pPr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适应场景：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成品打包、物流装载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</a:pPr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应用价值：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降低运输成本，保障货物安全（重不压轻等）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34234" r="34141"/>
          <a:stretch>
            <a:fillRect/>
          </a:stretch>
        </p:blipFill>
        <p:spPr>
          <a:xfrm>
            <a:off x="4411809" y="1783033"/>
            <a:ext cx="3378772" cy="2993527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rcRect l="66789" r="2789"/>
          <a:stretch>
            <a:fillRect/>
          </a:stretch>
        </p:blipFill>
        <p:spPr>
          <a:xfrm>
            <a:off x="8313064" y="1748918"/>
            <a:ext cx="3250239" cy="29935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打破</a:t>
            </a:r>
            <a:r>
              <a:rPr lang="en-US" altLang="zh-CN" dirty="0"/>
              <a:t> “</a:t>
            </a:r>
            <a:r>
              <a:rPr lang="zh-CN" altLang="en-US" dirty="0"/>
              <a:t>算料</a:t>
            </a:r>
            <a:r>
              <a:rPr lang="en-US" altLang="zh-CN" dirty="0"/>
              <a:t>” </a:t>
            </a:r>
            <a:r>
              <a:rPr lang="zh-CN" altLang="en-US" dirty="0"/>
              <a:t>与</a:t>
            </a:r>
            <a:r>
              <a:rPr lang="en-US" altLang="zh-CN" dirty="0"/>
              <a:t> “</a:t>
            </a:r>
            <a:r>
              <a:rPr lang="zh-CN" altLang="en-US" dirty="0"/>
              <a:t>排产</a:t>
            </a:r>
            <a:r>
              <a:rPr lang="en-US" altLang="zh-CN" dirty="0"/>
              <a:t>” </a:t>
            </a:r>
            <a:r>
              <a:rPr lang="zh-CN" altLang="en-US" dirty="0"/>
              <a:t>的信息孤岛</a:t>
            </a:r>
            <a:endParaRPr lang="zh-CN" altLang="en-US" dirty="0"/>
          </a:p>
        </p:txBody>
      </p:sp>
      <p:sp>
        <p:nvSpPr>
          <p:cNvPr id="7" name="Text 14"/>
          <p:cNvSpPr/>
          <p:nvPr/>
        </p:nvSpPr>
        <p:spPr>
          <a:xfrm>
            <a:off x="901694" y="1265067"/>
            <a:ext cx="1764665" cy="4641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现有痛点</a:t>
            </a:r>
            <a:endParaRPr lang="zh-CN" altLang="en-US" sz="1600" b="1" dirty="0">
              <a:solidFill>
                <a:schemeClr val="accent2"/>
              </a:solidFill>
              <a:latin typeface="+mn-ea"/>
            </a:endParaRPr>
          </a:p>
        </p:txBody>
      </p:sp>
      <p:sp>
        <p:nvSpPr>
          <p:cNvPr id="5" name="Text 14"/>
          <p:cNvSpPr/>
          <p:nvPr/>
        </p:nvSpPr>
        <p:spPr>
          <a:xfrm>
            <a:off x="6133710" y="1265067"/>
            <a:ext cx="1764665" cy="4641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zh-CN" altLang="en-US" sz="1600" b="1" dirty="0">
                <a:solidFill>
                  <a:schemeClr val="accent1"/>
                </a:solidFill>
                <a:latin typeface="+mn-ea"/>
              </a:rPr>
              <a:t>一体化方案</a:t>
            </a:r>
            <a:endParaRPr lang="zh-CN" altLang="en-US" sz="1600" b="1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9" name="Text 14"/>
          <p:cNvSpPr/>
          <p:nvPr>
            <p:custDataLst>
              <p:tags r:id="rId1"/>
            </p:custDataLst>
          </p:nvPr>
        </p:nvSpPr>
        <p:spPr>
          <a:xfrm>
            <a:off x="5154930" y="5481320"/>
            <a:ext cx="583565" cy="4641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zh-CN" altLang="en-US" sz="1600" b="1" dirty="0">
                <a:solidFill>
                  <a:schemeClr val="accent1"/>
                </a:solidFill>
                <a:latin typeface="+mn-ea"/>
                <a:cs typeface="MiSans" pitchFamily="34" charset="-120"/>
              </a:rPr>
              <a:t>双向</a:t>
            </a:r>
            <a:endParaRPr lang="zh-CN" altLang="en-US" sz="1600" b="1" dirty="0">
              <a:solidFill>
                <a:schemeClr val="accent1"/>
              </a:solidFill>
              <a:latin typeface="+mn-ea"/>
              <a:cs typeface="MiSans" pitchFamily="34" charset="-12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1600" b="1" dirty="0">
                <a:solidFill>
                  <a:schemeClr val="accent1"/>
                </a:solidFill>
                <a:latin typeface="+mn-ea"/>
                <a:cs typeface="MiSans" pitchFamily="34" charset="-120"/>
              </a:rPr>
              <a:t>驱动</a:t>
            </a:r>
            <a:endParaRPr lang="zh-CN" altLang="en-US" sz="1600" b="1" dirty="0">
              <a:solidFill>
                <a:schemeClr val="accent1"/>
              </a:solidFill>
              <a:latin typeface="+mn-ea"/>
              <a:cs typeface="MiSans" pitchFamily="34" charset="-120"/>
            </a:endParaRPr>
          </a:p>
        </p:txBody>
      </p:sp>
      <p:sp>
        <p:nvSpPr>
          <p:cNvPr id="12" name="Text 14"/>
          <p:cNvSpPr/>
          <p:nvPr>
            <p:custDataLst>
              <p:tags r:id="rId2"/>
            </p:custDataLst>
          </p:nvPr>
        </p:nvSpPr>
        <p:spPr>
          <a:xfrm>
            <a:off x="901694" y="5262947"/>
            <a:ext cx="3608705" cy="814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充分考虑设备与物资齐套，确保方案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ctr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“</a:t>
            </a: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算得出</a:t>
            </a:r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 </a:t>
            </a: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且</a:t>
            </a:r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“</a:t>
            </a: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做得到</a:t>
            </a:r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Text 14"/>
          <p:cNvSpPr/>
          <p:nvPr/>
        </p:nvSpPr>
        <p:spPr>
          <a:xfrm>
            <a:off x="6383020" y="5262880"/>
            <a:ext cx="4542790" cy="814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APS </a:t>
            </a: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决定</a:t>
            </a:r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When &amp; Where</a:t>
            </a: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（何时、在哪台设备）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排料引擎</a:t>
            </a:r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决定</a:t>
            </a:r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How</a:t>
            </a: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（如何切、用什么料）</a:t>
            </a:r>
            <a:endParaRPr lang="en-US" altLang="zh-CN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805" y="1699895"/>
            <a:ext cx="10767060" cy="334391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884555" y="3379470"/>
            <a:ext cx="11074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 b="1"/>
              <a:t>局部最优</a:t>
            </a:r>
            <a:endParaRPr lang="zh-CN" altLang="en-US" sz="1200" b="1"/>
          </a:p>
        </p:txBody>
      </p:sp>
      <p:sp>
        <p:nvSpPr>
          <p:cNvPr id="10" name="文本框 9"/>
          <p:cNvSpPr txBox="1"/>
          <p:nvPr/>
        </p:nvSpPr>
        <p:spPr>
          <a:xfrm>
            <a:off x="3775710" y="3379470"/>
            <a:ext cx="11074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 b="1"/>
              <a:t>排产脱节</a:t>
            </a:r>
            <a:endParaRPr lang="zh-CN" altLang="en-US" sz="1200" b="1"/>
          </a:p>
        </p:txBody>
      </p:sp>
      <p:sp>
        <p:nvSpPr>
          <p:cNvPr id="11" name="文本框 10"/>
          <p:cNvSpPr txBox="1"/>
          <p:nvPr/>
        </p:nvSpPr>
        <p:spPr>
          <a:xfrm>
            <a:off x="2350135" y="4667885"/>
            <a:ext cx="11074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 b="1"/>
              <a:t>物流滞后</a:t>
            </a:r>
            <a:endParaRPr lang="zh-CN" altLang="en-US" sz="1200" b="1"/>
          </a:p>
        </p:txBody>
      </p:sp>
      <p:sp>
        <p:nvSpPr>
          <p:cNvPr id="13" name="文本框 12"/>
          <p:cNvSpPr txBox="1"/>
          <p:nvPr/>
        </p:nvSpPr>
        <p:spPr>
          <a:xfrm>
            <a:off x="6196330" y="2005965"/>
            <a:ext cx="11074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 b="1"/>
              <a:t>智能算料</a:t>
            </a:r>
            <a:endParaRPr lang="zh-CN" altLang="en-US" sz="1200" b="1"/>
          </a:p>
          <a:p>
            <a:pPr algn="ctr"/>
            <a:r>
              <a:rPr lang="zh-CN" altLang="en-US" sz="1100"/>
              <a:t>（全局最优</a:t>
            </a:r>
            <a:r>
              <a:rPr lang="zh-CN" altLang="en-US" sz="1200"/>
              <a:t>）</a:t>
            </a:r>
            <a:endParaRPr lang="zh-CN" altLang="en-US" sz="1200"/>
          </a:p>
        </p:txBody>
      </p:sp>
      <p:sp>
        <p:nvSpPr>
          <p:cNvPr id="14" name="文本框 13"/>
          <p:cNvSpPr txBox="1"/>
          <p:nvPr/>
        </p:nvSpPr>
        <p:spPr>
          <a:xfrm>
            <a:off x="10262870" y="2011680"/>
            <a:ext cx="1107440" cy="445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 b="1"/>
              <a:t>联动排产</a:t>
            </a:r>
            <a:endParaRPr lang="zh-CN" altLang="en-US" sz="1200" b="1"/>
          </a:p>
          <a:p>
            <a:pPr algn="ctr"/>
            <a:r>
              <a:rPr lang="zh-CN" altLang="en-US" sz="1100">
                <a:sym typeface="+mn-ea"/>
              </a:rPr>
              <a:t>（高可执行）</a:t>
            </a:r>
            <a:endParaRPr lang="zh-CN" altLang="en-US" sz="1100" b="1"/>
          </a:p>
        </p:txBody>
      </p:sp>
      <p:sp>
        <p:nvSpPr>
          <p:cNvPr id="15" name="文本框 14"/>
          <p:cNvSpPr txBox="1"/>
          <p:nvPr/>
        </p:nvSpPr>
        <p:spPr>
          <a:xfrm>
            <a:off x="10178415" y="4529455"/>
            <a:ext cx="1107440" cy="445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 b="1"/>
              <a:t>准时物流</a:t>
            </a:r>
            <a:endParaRPr lang="zh-CN" altLang="en-US" sz="1200" b="1"/>
          </a:p>
          <a:p>
            <a:pPr algn="ctr"/>
            <a:r>
              <a:rPr lang="zh-CN" altLang="en-US" sz="1100">
                <a:sym typeface="+mn-ea"/>
              </a:rPr>
              <a:t>（物料齐套）</a:t>
            </a:r>
            <a:endParaRPr lang="zh-CN" altLang="en-US" sz="1100" b="1"/>
          </a:p>
        </p:txBody>
      </p:sp>
      <p:sp>
        <p:nvSpPr>
          <p:cNvPr id="16" name="文本框 15"/>
          <p:cNvSpPr txBox="1"/>
          <p:nvPr/>
        </p:nvSpPr>
        <p:spPr>
          <a:xfrm>
            <a:off x="6247765" y="4438015"/>
            <a:ext cx="1107440" cy="445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 b="1"/>
              <a:t>联动排产</a:t>
            </a:r>
            <a:endParaRPr lang="zh-CN" altLang="en-US" sz="1200" b="1"/>
          </a:p>
          <a:p>
            <a:pPr algn="ctr"/>
            <a:r>
              <a:rPr lang="zh-CN" altLang="en-US" sz="1100">
                <a:sym typeface="+mn-ea"/>
              </a:rPr>
              <a:t>（动态调整）</a:t>
            </a:r>
            <a:endParaRPr lang="zh-CN" altLang="en-US" sz="1100"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一维搭切算法——组合优化与订单分组</a:t>
            </a:r>
          </a:p>
        </p:txBody>
      </p:sp>
      <p:sp>
        <p:nvSpPr>
          <p:cNvPr id="5" name="矩形: 圆角 4"/>
          <p:cNvSpPr/>
          <p:nvPr/>
        </p:nvSpPr>
        <p:spPr>
          <a:xfrm>
            <a:off x="511418" y="1225061"/>
            <a:ext cx="5191859" cy="520553"/>
          </a:xfrm>
          <a:prstGeom prst="roundRect">
            <a:avLst/>
          </a:prstGeom>
          <a:solidFill>
            <a:schemeClr val="accent1"/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需求校验与组合生成</a:t>
            </a:r>
          </a:p>
        </p:txBody>
      </p:sp>
      <p:sp>
        <p:nvSpPr>
          <p:cNvPr id="6" name="矩形: 圆角 4"/>
          <p:cNvSpPr/>
          <p:nvPr/>
        </p:nvSpPr>
        <p:spPr>
          <a:xfrm>
            <a:off x="6320055" y="1225061"/>
            <a:ext cx="5191859" cy="520553"/>
          </a:xfrm>
          <a:prstGeom prst="roundRect">
            <a:avLst/>
          </a:prstGeom>
          <a:solidFill>
            <a:schemeClr val="accent1"/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分层优化与订单分配</a:t>
            </a:r>
          </a:p>
        </p:txBody>
      </p:sp>
      <p:sp>
        <p:nvSpPr>
          <p:cNvPr id="100" name="step-01">
            <a:extLst>
              <a:ext uri="{FF2B5EF4-FFF2-40B4-BE49-F238E27FC236}">
                <a16:creationId xmlns:a16="http://schemas.microsoft.com/office/drawing/2014/main" id="{F9BD9BA0-F0E1-4F54-BBC3-58CD6FA5A2A8}"/>
              </a:ext>
            </a:extLst>
          </p:cNvPr>
          <p:cNvSpPr>
            <a:spLocks noGrp="1"/>
          </p:cNvSpPr>
          <p:nvPr/>
        </p:nvSpPr>
        <p:spPr>
          <a:xfrm>
            <a:off x="781050" y="2038350"/>
            <a:ext cx="61912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2550" b="1">
                <a:solidFill>
                  <a:srgbClr val="005BD5"/>
                </a:solidFill>
              </a:defRPr>
            </a:defPPr>
            <a:lvl1pPr>
              <a:defRPr sz="2550" b="1">
                <a:solidFill>
                  <a:srgbClr val="005BD5"/>
                </a:solidFill>
              </a:defRPr>
            </a:lvl1pPr>
            <a:lvl2pPr>
              <a:defRPr sz="2550" b="1">
                <a:solidFill>
                  <a:srgbClr val="005BD5"/>
                </a:solidFill>
              </a:defRPr>
            </a:lvl2pPr>
            <a:lvl3pPr>
              <a:defRPr sz="2550" b="1">
                <a:solidFill>
                  <a:srgbClr val="005BD5"/>
                </a:solidFill>
              </a:defRPr>
            </a:lvl3pPr>
            <a:lvl4pPr>
              <a:defRPr sz="2550" b="1">
                <a:solidFill>
                  <a:srgbClr val="005BD5"/>
                </a:solidFill>
              </a:defRPr>
            </a:lvl4pPr>
            <a:lvl5pPr>
              <a:defRPr sz="2550" b="1">
                <a:solidFill>
                  <a:srgbClr val="005BD5"/>
                </a:solidFill>
              </a:defRPr>
            </a:lvl5pPr>
            <a:lvl6pPr>
              <a:defRPr sz="2550" b="1">
                <a:solidFill>
                  <a:srgbClr val="005BD5"/>
                </a:solidFill>
              </a:defRPr>
            </a:lvl6pPr>
            <a:lvl7pPr>
              <a:defRPr sz="2550" b="1">
                <a:solidFill>
                  <a:srgbClr val="005BD5"/>
                </a:solidFill>
              </a:defRPr>
            </a:lvl7pPr>
            <a:lvl8pPr>
              <a:defRPr sz="2550" b="1">
                <a:solidFill>
                  <a:srgbClr val="005BD5"/>
                </a:solidFill>
              </a:defRPr>
            </a:lvl8pPr>
            <a:lvl9pPr>
              <a:defRPr sz="2550" b="1">
                <a:solidFill>
                  <a:srgbClr val="005BD5"/>
                </a:solidFill>
              </a:defRPr>
            </a:lvl9pPr>
          </a:lstStyle>
          <a:p>
            <a:pPr>
              <a:defRPr sz="2550" b="1">
                <a:solidFill>
                  <a:srgbClr val="005BD5"/>
                </a:solidFill>
              </a:defRPr>
            </a:pPr>
            <a:r>
              <a:rPr sz="2550" b="1">
                <a:solidFill>
                  <a:srgbClr val="005BD5"/>
                </a:solidFill>
              </a:rPr>
              <a:t>01</a:t>
            </a:r>
          </a:p>
        </p:txBody>
      </p:sp>
      <p:sp>
        <p:nvSpPr>
          <p:cNvPr id="101" name="head-01">
            <a:extLst>
              <a:ext uri="{FF2B5EF4-FFF2-40B4-BE49-F238E27FC236}">
                <a16:creationId xmlns:a16="http://schemas.microsoft.com/office/drawing/2014/main" id="{B92B3718-5FCC-4416-B64D-47E6BFC6C80E}"/>
              </a:ext>
            </a:extLst>
          </p:cNvPr>
          <p:cNvSpPr>
            <a:spLocks noGrp="1"/>
          </p:cNvSpPr>
          <p:nvPr/>
        </p:nvSpPr>
        <p:spPr>
          <a:xfrm>
            <a:off x="1466850" y="2038350"/>
            <a:ext cx="4095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1950" b="1">
                <a:solidFill>
                  <a:srgbClr val="17375E"/>
                </a:solidFill>
              </a:defRPr>
            </a:defPPr>
            <a:lvl1pPr>
              <a:defRPr sz="1950" b="1">
                <a:solidFill>
                  <a:srgbClr val="17375E"/>
                </a:solidFill>
              </a:defRPr>
            </a:lvl1pPr>
            <a:lvl2pPr>
              <a:defRPr sz="1950" b="1">
                <a:solidFill>
                  <a:srgbClr val="17375E"/>
                </a:solidFill>
              </a:defRPr>
            </a:lvl2pPr>
            <a:lvl3pPr>
              <a:defRPr sz="1950" b="1">
                <a:solidFill>
                  <a:srgbClr val="17375E"/>
                </a:solidFill>
              </a:defRPr>
            </a:lvl3pPr>
            <a:lvl4pPr>
              <a:defRPr sz="1950" b="1">
                <a:solidFill>
                  <a:srgbClr val="17375E"/>
                </a:solidFill>
              </a:defRPr>
            </a:lvl4pPr>
            <a:lvl5pPr>
              <a:defRPr sz="1950" b="1">
                <a:solidFill>
                  <a:srgbClr val="17375E"/>
                </a:solidFill>
              </a:defRPr>
            </a:lvl5pPr>
            <a:lvl6pPr>
              <a:defRPr sz="1950" b="1">
                <a:solidFill>
                  <a:srgbClr val="17375E"/>
                </a:solidFill>
              </a:defRPr>
            </a:lvl6pPr>
            <a:lvl7pPr>
              <a:defRPr sz="1950" b="1">
                <a:solidFill>
                  <a:srgbClr val="17375E"/>
                </a:solidFill>
              </a:defRPr>
            </a:lvl7pPr>
            <a:lvl8pPr>
              <a:defRPr sz="1950" b="1">
                <a:solidFill>
                  <a:srgbClr val="17375E"/>
                </a:solidFill>
              </a:defRPr>
            </a:lvl8pPr>
            <a:lvl9pPr>
              <a:defRPr sz="1950" b="1">
                <a:solidFill>
                  <a:srgbClr val="17375E"/>
                </a:solidFill>
              </a:defRPr>
            </a:lvl9pPr>
          </a:lstStyle>
          <a:p>
            <a:pPr>
              <a:defRPr sz="1950" b="1">
                <a:solidFill>
                  <a:srgbClr val="17375E"/>
                </a:solidFill>
              </a:defRPr>
            </a:pPr>
            <a:r>
              <a:rPr sz="1950" b="1">
                <a:solidFill>
                  <a:srgbClr val="17375E"/>
                </a:solidFill>
              </a:rPr>
              <a:t>需求与材料校验</a:t>
            </a:r>
          </a:p>
        </p:txBody>
      </p:sp>
      <p:sp>
        <p:nvSpPr>
          <p:cNvPr id="102" name="body-01">
            <a:extLst>
              <a:ext uri="{FF2B5EF4-FFF2-40B4-BE49-F238E27FC236}">
                <a16:creationId xmlns:a16="http://schemas.microsoft.com/office/drawing/2014/main" id="{7A45427A-6370-41F9-A72C-3E5219E703DF}"/>
              </a:ext>
            </a:extLst>
          </p:cNvPr>
          <p:cNvSpPr>
            <a:spLocks noGrp="1"/>
          </p:cNvSpPr>
          <p:nvPr/>
        </p:nvSpPr>
        <p:spPr>
          <a:xfrm>
            <a:off x="1466850" y="2562225"/>
            <a:ext cx="40957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1650" b="0">
                <a:solidFill>
                  <a:srgbClr val="44546A"/>
                </a:solidFill>
              </a:defRPr>
            </a:defPPr>
            <a:lvl1pPr>
              <a:defRPr sz="1650" b="0">
                <a:solidFill>
                  <a:srgbClr val="44546A"/>
                </a:solidFill>
              </a:defRPr>
            </a:lvl1pPr>
            <a:lvl2pPr>
              <a:defRPr sz="1650" b="0">
                <a:solidFill>
                  <a:srgbClr val="44546A"/>
                </a:solidFill>
              </a:defRPr>
            </a:lvl2pPr>
            <a:lvl3pPr>
              <a:defRPr sz="1650" b="0">
                <a:solidFill>
                  <a:srgbClr val="44546A"/>
                </a:solidFill>
              </a:defRPr>
            </a:lvl3pPr>
            <a:lvl4pPr>
              <a:defRPr sz="1650" b="0">
                <a:solidFill>
                  <a:srgbClr val="44546A"/>
                </a:solidFill>
              </a:defRPr>
            </a:lvl4pPr>
            <a:lvl5pPr>
              <a:defRPr sz="1650" b="0">
                <a:solidFill>
                  <a:srgbClr val="44546A"/>
                </a:solidFill>
              </a:defRPr>
            </a:lvl5pPr>
            <a:lvl6pPr>
              <a:defRPr sz="1650" b="0">
                <a:solidFill>
                  <a:srgbClr val="44546A"/>
                </a:solidFill>
              </a:defRPr>
            </a:lvl6pPr>
            <a:lvl7pPr>
              <a:defRPr sz="1650" b="0">
                <a:solidFill>
                  <a:srgbClr val="44546A"/>
                </a:solidFill>
              </a:defRPr>
            </a:lvl7pPr>
            <a:lvl8pPr>
              <a:defRPr sz="1650" b="0">
                <a:solidFill>
                  <a:srgbClr val="44546A"/>
                </a:solidFill>
              </a:defRPr>
            </a:lvl8pPr>
            <a:lvl9pPr>
              <a:defRPr sz="1650" b="0">
                <a:solidFill>
                  <a:srgbClr val="44546A"/>
                </a:solidFill>
              </a:defRPr>
            </a:lvl9pPr>
          </a:lstStyle>
          <a:p>
            <a:pPr>
              <a:defRPr sz="1650" b="0">
                <a:solidFill>
                  <a:srgbClr val="44546A"/>
                </a:solidFill>
              </a:defRPr>
            </a:pPr>
            <a:r>
              <a:rPr sz="1650" b="0">
                <a:solidFill>
                  <a:srgbClr val="44546A"/>
                </a:solidFill>
              </a:rPr>
              <a:t>按卷长、工艺条件分组。</a:t>
            </a:r>
          </a:p>
          <a:p>
            <a:pPr>
              <a:defRPr sz="1650" b="0">
                <a:solidFill>
                  <a:srgbClr val="44546A"/>
                </a:solidFill>
              </a:defRPr>
            </a:pPr>
            <a:r>
              <a:rPr sz="1650" b="0">
                <a:solidFill>
                  <a:srgbClr val="44546A"/>
                </a:solidFill>
              </a:rPr>
              <a:t>分别核对母卷幅宽、固定切边</a:t>
            </a:r>
          </a:p>
          <a:p>
            <a:pPr>
              <a:defRPr sz="1650" b="0">
                <a:solidFill>
                  <a:srgbClr val="44546A"/>
                </a:solidFill>
              </a:defRPr>
            </a:pPr>
            <a:r>
              <a:rPr sz="1650" b="0">
                <a:solidFill>
                  <a:srgbClr val="44546A"/>
                </a:solidFill>
              </a:rPr>
              <a:t>与允许组合宽度。</a:t>
            </a:r>
          </a:p>
        </p:txBody>
      </p:sp>
      <p:sp>
        <p:nvSpPr>
          <p:cNvPr id="103" name="step-02">
            <a:extLst>
              <a:ext uri="{FF2B5EF4-FFF2-40B4-BE49-F238E27FC236}">
                <a16:creationId xmlns:a16="http://schemas.microsoft.com/office/drawing/2014/main" id="{D3841813-45A7-43CD-8565-28F2B10C5A13}"/>
              </a:ext>
            </a:extLst>
          </p:cNvPr>
          <p:cNvSpPr>
            <a:spLocks noGrp="1"/>
          </p:cNvSpPr>
          <p:nvPr/>
        </p:nvSpPr>
        <p:spPr>
          <a:xfrm>
            <a:off x="781050" y="4000500"/>
            <a:ext cx="61912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2550" b="1">
                <a:solidFill>
                  <a:srgbClr val="005BD5"/>
                </a:solidFill>
              </a:defRPr>
            </a:defPPr>
            <a:lvl1pPr>
              <a:defRPr sz="2550" b="1">
                <a:solidFill>
                  <a:srgbClr val="005BD5"/>
                </a:solidFill>
              </a:defRPr>
            </a:lvl1pPr>
            <a:lvl2pPr>
              <a:defRPr sz="2550" b="1">
                <a:solidFill>
                  <a:srgbClr val="005BD5"/>
                </a:solidFill>
              </a:defRPr>
            </a:lvl2pPr>
            <a:lvl3pPr>
              <a:defRPr sz="2550" b="1">
                <a:solidFill>
                  <a:srgbClr val="005BD5"/>
                </a:solidFill>
              </a:defRPr>
            </a:lvl3pPr>
            <a:lvl4pPr>
              <a:defRPr sz="2550" b="1">
                <a:solidFill>
                  <a:srgbClr val="005BD5"/>
                </a:solidFill>
              </a:defRPr>
            </a:lvl4pPr>
            <a:lvl5pPr>
              <a:defRPr sz="2550" b="1">
                <a:solidFill>
                  <a:srgbClr val="005BD5"/>
                </a:solidFill>
              </a:defRPr>
            </a:lvl5pPr>
            <a:lvl6pPr>
              <a:defRPr sz="2550" b="1">
                <a:solidFill>
                  <a:srgbClr val="005BD5"/>
                </a:solidFill>
              </a:defRPr>
            </a:lvl6pPr>
            <a:lvl7pPr>
              <a:defRPr sz="2550" b="1">
                <a:solidFill>
                  <a:srgbClr val="005BD5"/>
                </a:solidFill>
              </a:defRPr>
            </a:lvl7pPr>
            <a:lvl8pPr>
              <a:defRPr sz="2550" b="1">
                <a:solidFill>
                  <a:srgbClr val="005BD5"/>
                </a:solidFill>
              </a:defRPr>
            </a:lvl8pPr>
            <a:lvl9pPr>
              <a:defRPr sz="2550" b="1">
                <a:solidFill>
                  <a:srgbClr val="005BD5"/>
                </a:solidFill>
              </a:defRPr>
            </a:lvl9pPr>
          </a:lstStyle>
          <a:p>
            <a:pPr>
              <a:defRPr sz="2550" b="1">
                <a:solidFill>
                  <a:srgbClr val="005BD5"/>
                </a:solidFill>
              </a:defRPr>
            </a:pPr>
            <a:r>
              <a:rPr sz="2550" b="1">
                <a:solidFill>
                  <a:srgbClr val="005BD5"/>
                </a:solidFill>
              </a:rPr>
              <a:t>02</a:t>
            </a:r>
          </a:p>
        </p:txBody>
      </p:sp>
      <p:sp>
        <p:nvSpPr>
          <p:cNvPr id="104" name="head-02">
            <a:extLst>
              <a:ext uri="{FF2B5EF4-FFF2-40B4-BE49-F238E27FC236}">
                <a16:creationId xmlns:a16="http://schemas.microsoft.com/office/drawing/2014/main" id="{2800F8EB-ACC7-4A89-90FB-1EE6C9FF6C0A}"/>
              </a:ext>
            </a:extLst>
          </p:cNvPr>
          <p:cNvSpPr>
            <a:spLocks noGrp="1"/>
          </p:cNvSpPr>
          <p:nvPr/>
        </p:nvSpPr>
        <p:spPr>
          <a:xfrm>
            <a:off x="1466850" y="4000500"/>
            <a:ext cx="4095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1950" b="1">
                <a:solidFill>
                  <a:srgbClr val="17375E"/>
                </a:solidFill>
              </a:defRPr>
            </a:defPPr>
            <a:lvl1pPr>
              <a:defRPr sz="1950" b="1">
                <a:solidFill>
                  <a:srgbClr val="17375E"/>
                </a:solidFill>
              </a:defRPr>
            </a:lvl1pPr>
            <a:lvl2pPr>
              <a:defRPr sz="1950" b="1">
                <a:solidFill>
                  <a:srgbClr val="17375E"/>
                </a:solidFill>
              </a:defRPr>
            </a:lvl2pPr>
            <a:lvl3pPr>
              <a:defRPr sz="1950" b="1">
                <a:solidFill>
                  <a:srgbClr val="17375E"/>
                </a:solidFill>
              </a:defRPr>
            </a:lvl3pPr>
            <a:lvl4pPr>
              <a:defRPr sz="1950" b="1">
                <a:solidFill>
                  <a:srgbClr val="17375E"/>
                </a:solidFill>
              </a:defRPr>
            </a:lvl4pPr>
            <a:lvl5pPr>
              <a:defRPr sz="1950" b="1">
                <a:solidFill>
                  <a:srgbClr val="17375E"/>
                </a:solidFill>
              </a:defRPr>
            </a:lvl5pPr>
            <a:lvl6pPr>
              <a:defRPr sz="1950" b="1">
                <a:solidFill>
                  <a:srgbClr val="17375E"/>
                </a:solidFill>
              </a:defRPr>
            </a:lvl6pPr>
            <a:lvl7pPr>
              <a:defRPr sz="1950" b="1">
                <a:solidFill>
                  <a:srgbClr val="17375E"/>
                </a:solidFill>
              </a:defRPr>
            </a:lvl7pPr>
            <a:lvl8pPr>
              <a:defRPr sz="1950" b="1">
                <a:solidFill>
                  <a:srgbClr val="17375E"/>
                </a:solidFill>
              </a:defRPr>
            </a:lvl8pPr>
            <a:lvl9pPr>
              <a:defRPr sz="1950" b="1">
                <a:solidFill>
                  <a:srgbClr val="17375E"/>
                </a:solidFill>
              </a:defRPr>
            </a:lvl9pPr>
          </a:lstStyle>
          <a:p>
            <a:pPr>
              <a:defRPr sz="1950" b="1">
                <a:solidFill>
                  <a:srgbClr val="17375E"/>
                </a:solidFill>
              </a:defRPr>
            </a:pPr>
            <a:r>
              <a:rPr sz="1950" b="1">
                <a:solidFill>
                  <a:srgbClr val="17375E"/>
                </a:solidFill>
              </a:rPr>
              <a:t>生成并补充可行组合</a:t>
            </a:r>
          </a:p>
        </p:txBody>
      </p:sp>
      <p:sp>
        <p:nvSpPr>
          <p:cNvPr id="105" name="body-02">
            <a:extLst>
              <a:ext uri="{FF2B5EF4-FFF2-40B4-BE49-F238E27FC236}">
                <a16:creationId xmlns:a16="http://schemas.microsoft.com/office/drawing/2014/main" id="{03E88C76-B3D8-415B-B9E9-FA067CE5AA16}"/>
              </a:ext>
            </a:extLst>
          </p:cNvPr>
          <p:cNvSpPr>
            <a:spLocks noGrp="1"/>
          </p:cNvSpPr>
          <p:nvPr/>
        </p:nvSpPr>
        <p:spPr>
          <a:xfrm>
            <a:off x="1466850" y="4524375"/>
            <a:ext cx="40957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1650" b="0">
                <a:solidFill>
                  <a:srgbClr val="44546A"/>
                </a:solidFill>
              </a:defRPr>
            </a:defPPr>
            <a:lvl1pPr>
              <a:defRPr sz="1650" b="0">
                <a:solidFill>
                  <a:srgbClr val="44546A"/>
                </a:solidFill>
              </a:defRPr>
            </a:lvl1pPr>
            <a:lvl2pPr>
              <a:defRPr sz="1650" b="0">
                <a:solidFill>
                  <a:srgbClr val="44546A"/>
                </a:solidFill>
              </a:defRPr>
            </a:lvl2pPr>
            <a:lvl3pPr>
              <a:defRPr sz="1650" b="0">
                <a:solidFill>
                  <a:srgbClr val="44546A"/>
                </a:solidFill>
              </a:defRPr>
            </a:lvl3pPr>
            <a:lvl4pPr>
              <a:defRPr sz="1650" b="0">
                <a:solidFill>
                  <a:srgbClr val="44546A"/>
                </a:solidFill>
              </a:defRPr>
            </a:lvl4pPr>
            <a:lvl5pPr>
              <a:defRPr sz="1650" b="0">
                <a:solidFill>
                  <a:srgbClr val="44546A"/>
                </a:solidFill>
              </a:defRPr>
            </a:lvl5pPr>
            <a:lvl6pPr>
              <a:defRPr sz="1650" b="0">
                <a:solidFill>
                  <a:srgbClr val="44546A"/>
                </a:solidFill>
              </a:defRPr>
            </a:lvl6pPr>
            <a:lvl7pPr>
              <a:defRPr sz="1650" b="0">
                <a:solidFill>
                  <a:srgbClr val="44546A"/>
                </a:solidFill>
              </a:defRPr>
            </a:lvl7pPr>
            <a:lvl8pPr>
              <a:defRPr sz="1650" b="0">
                <a:solidFill>
                  <a:srgbClr val="44546A"/>
                </a:solidFill>
              </a:defRPr>
            </a:lvl8pPr>
            <a:lvl9pPr>
              <a:defRPr sz="1650" b="0">
                <a:solidFill>
                  <a:srgbClr val="44546A"/>
                </a:solidFill>
              </a:defRPr>
            </a:lvl9pPr>
          </a:lstStyle>
          <a:p>
            <a:pPr>
              <a:defRPr sz="1650" b="0">
                <a:solidFill>
                  <a:srgbClr val="44546A"/>
                </a:solidFill>
              </a:defRPr>
            </a:pPr>
            <a:r>
              <a:rPr sz="1650" b="0">
                <a:solidFill>
                  <a:srgbClr val="44546A"/>
                </a:solidFill>
              </a:rPr>
              <a:t>结合需求数量与设备限制，</a:t>
            </a:r>
          </a:p>
          <a:p>
            <a:pPr>
              <a:defRPr sz="1650" b="0">
                <a:solidFill>
                  <a:srgbClr val="44546A"/>
                </a:solidFill>
              </a:defRPr>
            </a:pPr>
            <a:r>
              <a:rPr sz="1650" b="0">
                <a:solidFill>
                  <a:srgbClr val="44546A"/>
                </a:solidFill>
              </a:rPr>
              <a:t>构建宽度组合，继续搜索</a:t>
            </a:r>
          </a:p>
          <a:p>
            <a:pPr>
              <a:defRPr sz="1650" b="0">
                <a:solidFill>
                  <a:srgbClr val="44546A"/>
                </a:solidFill>
              </a:defRPr>
            </a:pPr>
            <a:r>
              <a:rPr sz="1650" b="0">
                <a:solidFill>
                  <a:srgbClr val="44546A"/>
                </a:solidFill>
              </a:rPr>
              <a:t>有价值的候选方案。</a:t>
            </a:r>
          </a:p>
        </p:txBody>
      </p:sp>
      <p:sp>
        <p:nvSpPr>
          <p:cNvPr id="106" name="step-03">
            <a:extLst>
              <a:ext uri="{FF2B5EF4-FFF2-40B4-BE49-F238E27FC236}">
                <a16:creationId xmlns:a16="http://schemas.microsoft.com/office/drawing/2014/main" id="{7636E52C-F5F5-4173-B1CA-7E638834FD7C}"/>
              </a:ext>
            </a:extLst>
          </p:cNvPr>
          <p:cNvSpPr>
            <a:spLocks noGrp="1"/>
          </p:cNvSpPr>
          <p:nvPr/>
        </p:nvSpPr>
        <p:spPr>
          <a:xfrm>
            <a:off x="6572250" y="2038350"/>
            <a:ext cx="61912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2550" b="1">
                <a:solidFill>
                  <a:srgbClr val="005BD5"/>
                </a:solidFill>
              </a:defRPr>
            </a:defPPr>
            <a:lvl1pPr>
              <a:defRPr sz="2550" b="1">
                <a:solidFill>
                  <a:srgbClr val="005BD5"/>
                </a:solidFill>
              </a:defRPr>
            </a:lvl1pPr>
            <a:lvl2pPr>
              <a:defRPr sz="2550" b="1">
                <a:solidFill>
                  <a:srgbClr val="005BD5"/>
                </a:solidFill>
              </a:defRPr>
            </a:lvl2pPr>
            <a:lvl3pPr>
              <a:defRPr sz="2550" b="1">
                <a:solidFill>
                  <a:srgbClr val="005BD5"/>
                </a:solidFill>
              </a:defRPr>
            </a:lvl3pPr>
            <a:lvl4pPr>
              <a:defRPr sz="2550" b="1">
                <a:solidFill>
                  <a:srgbClr val="005BD5"/>
                </a:solidFill>
              </a:defRPr>
            </a:lvl4pPr>
            <a:lvl5pPr>
              <a:defRPr sz="2550" b="1">
                <a:solidFill>
                  <a:srgbClr val="005BD5"/>
                </a:solidFill>
              </a:defRPr>
            </a:lvl5pPr>
            <a:lvl6pPr>
              <a:defRPr sz="2550" b="1">
                <a:solidFill>
                  <a:srgbClr val="005BD5"/>
                </a:solidFill>
              </a:defRPr>
            </a:lvl6pPr>
            <a:lvl7pPr>
              <a:defRPr sz="2550" b="1">
                <a:solidFill>
                  <a:srgbClr val="005BD5"/>
                </a:solidFill>
              </a:defRPr>
            </a:lvl7pPr>
            <a:lvl8pPr>
              <a:defRPr sz="2550" b="1">
                <a:solidFill>
                  <a:srgbClr val="005BD5"/>
                </a:solidFill>
              </a:defRPr>
            </a:lvl8pPr>
            <a:lvl9pPr>
              <a:defRPr sz="2550" b="1">
                <a:solidFill>
                  <a:srgbClr val="005BD5"/>
                </a:solidFill>
              </a:defRPr>
            </a:lvl9pPr>
          </a:lstStyle>
          <a:p>
            <a:pPr>
              <a:defRPr sz="2550" b="1">
                <a:solidFill>
                  <a:srgbClr val="005BD5"/>
                </a:solidFill>
              </a:defRPr>
            </a:pPr>
            <a:r>
              <a:rPr sz="2550" b="1">
                <a:solidFill>
                  <a:srgbClr val="005BD5"/>
                </a:solidFill>
              </a:rPr>
              <a:t>03</a:t>
            </a:r>
          </a:p>
        </p:txBody>
      </p:sp>
      <p:sp>
        <p:nvSpPr>
          <p:cNvPr id="107" name="head-03">
            <a:extLst>
              <a:ext uri="{FF2B5EF4-FFF2-40B4-BE49-F238E27FC236}">
                <a16:creationId xmlns:a16="http://schemas.microsoft.com/office/drawing/2014/main" id="{E6FDFCD7-A449-49E5-B5DA-50B7B720A7AD}"/>
              </a:ext>
            </a:extLst>
          </p:cNvPr>
          <p:cNvSpPr>
            <a:spLocks noGrp="1"/>
          </p:cNvSpPr>
          <p:nvPr/>
        </p:nvSpPr>
        <p:spPr>
          <a:xfrm>
            <a:off x="7258050" y="2038350"/>
            <a:ext cx="4095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1950" b="1">
                <a:solidFill>
                  <a:srgbClr val="17375E"/>
                </a:solidFill>
              </a:defRPr>
            </a:defPPr>
            <a:lvl1pPr>
              <a:defRPr sz="1950" b="1">
                <a:solidFill>
                  <a:srgbClr val="17375E"/>
                </a:solidFill>
              </a:defRPr>
            </a:lvl1pPr>
            <a:lvl2pPr>
              <a:defRPr sz="1950" b="1">
                <a:solidFill>
                  <a:srgbClr val="17375E"/>
                </a:solidFill>
              </a:defRPr>
            </a:lvl2pPr>
            <a:lvl3pPr>
              <a:defRPr sz="1950" b="1">
                <a:solidFill>
                  <a:srgbClr val="17375E"/>
                </a:solidFill>
              </a:defRPr>
            </a:lvl3pPr>
            <a:lvl4pPr>
              <a:defRPr sz="1950" b="1">
                <a:solidFill>
                  <a:srgbClr val="17375E"/>
                </a:solidFill>
              </a:defRPr>
            </a:lvl4pPr>
            <a:lvl5pPr>
              <a:defRPr sz="1950" b="1">
                <a:solidFill>
                  <a:srgbClr val="17375E"/>
                </a:solidFill>
              </a:defRPr>
            </a:lvl5pPr>
            <a:lvl6pPr>
              <a:defRPr sz="1950" b="1">
                <a:solidFill>
                  <a:srgbClr val="17375E"/>
                </a:solidFill>
              </a:defRPr>
            </a:lvl6pPr>
            <a:lvl7pPr>
              <a:defRPr sz="1950" b="1">
                <a:solidFill>
                  <a:srgbClr val="17375E"/>
                </a:solidFill>
              </a:defRPr>
            </a:lvl7pPr>
            <a:lvl8pPr>
              <a:defRPr sz="1950" b="1">
                <a:solidFill>
                  <a:srgbClr val="17375E"/>
                </a:solidFill>
              </a:defRPr>
            </a:lvl8pPr>
            <a:lvl9pPr>
              <a:defRPr sz="1950" b="1">
                <a:solidFill>
                  <a:srgbClr val="17375E"/>
                </a:solidFill>
              </a:defRPr>
            </a:lvl9pPr>
          </a:lstStyle>
          <a:p>
            <a:pPr>
              <a:defRPr sz="1950" b="1">
                <a:solidFill>
                  <a:srgbClr val="17375E"/>
                </a:solidFill>
              </a:defRPr>
            </a:pPr>
            <a:r>
              <a:rPr sz="1950" b="1">
                <a:solidFill>
                  <a:srgbClr val="17375E"/>
                </a:solidFill>
              </a:rPr>
              <a:t>按业务优先级比较</a:t>
            </a:r>
          </a:p>
        </p:txBody>
      </p:sp>
      <p:sp>
        <p:nvSpPr>
          <p:cNvPr id="108" name="body-03">
            <a:extLst>
              <a:ext uri="{FF2B5EF4-FFF2-40B4-BE49-F238E27FC236}">
                <a16:creationId xmlns:a16="http://schemas.microsoft.com/office/drawing/2014/main" id="{7F2F023A-32C3-4161-8E77-ADD67002903C}"/>
              </a:ext>
            </a:extLst>
          </p:cNvPr>
          <p:cNvSpPr>
            <a:spLocks noGrp="1"/>
          </p:cNvSpPr>
          <p:nvPr/>
        </p:nvSpPr>
        <p:spPr>
          <a:xfrm>
            <a:off x="7258050" y="2562225"/>
            <a:ext cx="40957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1650" b="0">
                <a:solidFill>
                  <a:srgbClr val="44546A"/>
                </a:solidFill>
              </a:defRPr>
            </a:defPPr>
            <a:lvl1pPr>
              <a:defRPr sz="1650" b="0">
                <a:solidFill>
                  <a:srgbClr val="44546A"/>
                </a:solidFill>
              </a:defRPr>
            </a:lvl1pPr>
            <a:lvl2pPr>
              <a:defRPr sz="1650" b="0">
                <a:solidFill>
                  <a:srgbClr val="44546A"/>
                </a:solidFill>
              </a:defRPr>
            </a:lvl2pPr>
            <a:lvl3pPr>
              <a:defRPr sz="1650" b="0">
                <a:solidFill>
                  <a:srgbClr val="44546A"/>
                </a:solidFill>
              </a:defRPr>
            </a:lvl3pPr>
            <a:lvl4pPr>
              <a:defRPr sz="1650" b="0">
                <a:solidFill>
                  <a:srgbClr val="44546A"/>
                </a:solidFill>
              </a:defRPr>
            </a:lvl4pPr>
            <a:lvl5pPr>
              <a:defRPr sz="1650" b="0">
                <a:solidFill>
                  <a:srgbClr val="44546A"/>
                </a:solidFill>
              </a:defRPr>
            </a:lvl5pPr>
            <a:lvl6pPr>
              <a:defRPr sz="1650" b="0">
                <a:solidFill>
                  <a:srgbClr val="44546A"/>
                </a:solidFill>
              </a:defRPr>
            </a:lvl6pPr>
            <a:lvl7pPr>
              <a:defRPr sz="1650" b="0">
                <a:solidFill>
                  <a:srgbClr val="44546A"/>
                </a:solidFill>
              </a:defRPr>
            </a:lvl7pPr>
            <a:lvl8pPr>
              <a:defRPr sz="1650" b="0">
                <a:solidFill>
                  <a:srgbClr val="44546A"/>
                </a:solidFill>
              </a:defRPr>
            </a:lvl8pPr>
            <a:lvl9pPr>
              <a:defRPr sz="1650" b="0">
                <a:solidFill>
                  <a:srgbClr val="44546A"/>
                </a:solidFill>
              </a:defRPr>
            </a:lvl9pPr>
          </a:lstStyle>
          <a:p>
            <a:pPr>
              <a:defRPr sz="1650" b="0">
                <a:solidFill>
                  <a:srgbClr val="44546A"/>
                </a:solidFill>
              </a:defRPr>
            </a:pPr>
            <a:r>
              <a:rPr sz="1650" b="0">
                <a:solidFill>
                  <a:srgbClr val="44546A"/>
                </a:solidFill>
              </a:rPr>
              <a:t>优先减少超产和用卷数量，</a:t>
            </a:r>
          </a:p>
          <a:p>
            <a:pPr>
              <a:defRPr sz="1650" b="0">
                <a:solidFill>
                  <a:srgbClr val="44546A"/>
                </a:solidFill>
              </a:defRPr>
            </a:pPr>
            <a:r>
              <a:rPr sz="1650" b="0">
                <a:solidFill>
                  <a:srgbClr val="44546A"/>
                </a:solidFill>
              </a:rPr>
              <a:t>再比较执行分组、零散小组、</a:t>
            </a:r>
          </a:p>
          <a:p>
            <a:pPr>
              <a:defRPr sz="1650" b="0">
                <a:solidFill>
                  <a:srgbClr val="44546A"/>
                </a:solidFill>
              </a:defRPr>
            </a:pPr>
            <a:r>
              <a:rPr sz="1650" b="0">
                <a:solidFill>
                  <a:srgbClr val="44546A"/>
                </a:solidFill>
              </a:rPr>
              <a:t>组合种类与余边。</a:t>
            </a:r>
          </a:p>
        </p:txBody>
      </p:sp>
      <p:sp>
        <p:nvSpPr>
          <p:cNvPr id="109" name="step-04">
            <a:extLst>
              <a:ext uri="{FF2B5EF4-FFF2-40B4-BE49-F238E27FC236}">
                <a16:creationId xmlns:a16="http://schemas.microsoft.com/office/drawing/2014/main" id="{C5041524-CC20-4714-890E-8F52D3A31F2F}"/>
              </a:ext>
            </a:extLst>
          </p:cNvPr>
          <p:cNvSpPr>
            <a:spLocks noGrp="1"/>
          </p:cNvSpPr>
          <p:nvPr/>
        </p:nvSpPr>
        <p:spPr>
          <a:xfrm>
            <a:off x="6572250" y="4000500"/>
            <a:ext cx="61912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2550" b="1">
                <a:solidFill>
                  <a:srgbClr val="005BD5"/>
                </a:solidFill>
              </a:defRPr>
            </a:defPPr>
            <a:lvl1pPr>
              <a:defRPr sz="2550" b="1">
                <a:solidFill>
                  <a:srgbClr val="005BD5"/>
                </a:solidFill>
              </a:defRPr>
            </a:lvl1pPr>
            <a:lvl2pPr>
              <a:defRPr sz="2550" b="1">
                <a:solidFill>
                  <a:srgbClr val="005BD5"/>
                </a:solidFill>
              </a:defRPr>
            </a:lvl2pPr>
            <a:lvl3pPr>
              <a:defRPr sz="2550" b="1">
                <a:solidFill>
                  <a:srgbClr val="005BD5"/>
                </a:solidFill>
              </a:defRPr>
            </a:lvl3pPr>
            <a:lvl4pPr>
              <a:defRPr sz="2550" b="1">
                <a:solidFill>
                  <a:srgbClr val="005BD5"/>
                </a:solidFill>
              </a:defRPr>
            </a:lvl4pPr>
            <a:lvl5pPr>
              <a:defRPr sz="2550" b="1">
                <a:solidFill>
                  <a:srgbClr val="005BD5"/>
                </a:solidFill>
              </a:defRPr>
            </a:lvl5pPr>
            <a:lvl6pPr>
              <a:defRPr sz="2550" b="1">
                <a:solidFill>
                  <a:srgbClr val="005BD5"/>
                </a:solidFill>
              </a:defRPr>
            </a:lvl6pPr>
            <a:lvl7pPr>
              <a:defRPr sz="2550" b="1">
                <a:solidFill>
                  <a:srgbClr val="005BD5"/>
                </a:solidFill>
              </a:defRPr>
            </a:lvl7pPr>
            <a:lvl8pPr>
              <a:defRPr sz="2550" b="1">
                <a:solidFill>
                  <a:srgbClr val="005BD5"/>
                </a:solidFill>
              </a:defRPr>
            </a:lvl8pPr>
            <a:lvl9pPr>
              <a:defRPr sz="2550" b="1">
                <a:solidFill>
                  <a:srgbClr val="005BD5"/>
                </a:solidFill>
              </a:defRPr>
            </a:lvl9pPr>
          </a:lstStyle>
          <a:p>
            <a:pPr>
              <a:defRPr sz="2550" b="1">
                <a:solidFill>
                  <a:srgbClr val="005BD5"/>
                </a:solidFill>
              </a:defRPr>
            </a:pPr>
            <a:r>
              <a:rPr sz="2550" b="1">
                <a:solidFill>
                  <a:srgbClr val="005BD5"/>
                </a:solidFill>
              </a:rPr>
              <a:t>04</a:t>
            </a:r>
          </a:p>
        </p:txBody>
      </p:sp>
      <p:sp>
        <p:nvSpPr>
          <p:cNvPr id="110" name="head-04">
            <a:extLst>
              <a:ext uri="{FF2B5EF4-FFF2-40B4-BE49-F238E27FC236}">
                <a16:creationId xmlns:a16="http://schemas.microsoft.com/office/drawing/2014/main" id="{107D99BB-D6C7-4900-8F65-BDC9AEC39BFE}"/>
              </a:ext>
            </a:extLst>
          </p:cNvPr>
          <p:cNvSpPr>
            <a:spLocks noGrp="1"/>
          </p:cNvSpPr>
          <p:nvPr/>
        </p:nvSpPr>
        <p:spPr>
          <a:xfrm>
            <a:off x="7258050" y="4000500"/>
            <a:ext cx="4095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1950" b="1">
                <a:solidFill>
                  <a:srgbClr val="17375E"/>
                </a:solidFill>
              </a:defRPr>
            </a:defPPr>
            <a:lvl1pPr>
              <a:defRPr sz="1950" b="1">
                <a:solidFill>
                  <a:srgbClr val="17375E"/>
                </a:solidFill>
              </a:defRPr>
            </a:lvl1pPr>
            <a:lvl2pPr>
              <a:defRPr sz="1950" b="1">
                <a:solidFill>
                  <a:srgbClr val="17375E"/>
                </a:solidFill>
              </a:defRPr>
            </a:lvl2pPr>
            <a:lvl3pPr>
              <a:defRPr sz="1950" b="1">
                <a:solidFill>
                  <a:srgbClr val="17375E"/>
                </a:solidFill>
              </a:defRPr>
            </a:lvl3pPr>
            <a:lvl4pPr>
              <a:defRPr sz="1950" b="1">
                <a:solidFill>
                  <a:srgbClr val="17375E"/>
                </a:solidFill>
              </a:defRPr>
            </a:lvl4pPr>
            <a:lvl5pPr>
              <a:defRPr sz="1950" b="1">
                <a:solidFill>
                  <a:srgbClr val="17375E"/>
                </a:solidFill>
              </a:defRPr>
            </a:lvl5pPr>
            <a:lvl6pPr>
              <a:defRPr sz="1950" b="1">
                <a:solidFill>
                  <a:srgbClr val="17375E"/>
                </a:solidFill>
              </a:defRPr>
            </a:lvl6pPr>
            <a:lvl7pPr>
              <a:defRPr sz="1950" b="1">
                <a:solidFill>
                  <a:srgbClr val="17375E"/>
                </a:solidFill>
              </a:defRPr>
            </a:lvl7pPr>
            <a:lvl8pPr>
              <a:defRPr sz="1950" b="1">
                <a:solidFill>
                  <a:srgbClr val="17375E"/>
                </a:solidFill>
              </a:defRPr>
            </a:lvl8pPr>
            <a:lvl9pPr>
              <a:defRPr sz="1950" b="1">
                <a:solidFill>
                  <a:srgbClr val="17375E"/>
                </a:solidFill>
              </a:defRPr>
            </a:lvl9pPr>
          </a:lstStyle>
          <a:p>
            <a:pPr>
              <a:defRPr sz="1950" b="1">
                <a:solidFill>
                  <a:srgbClr val="17375E"/>
                </a:solidFill>
              </a:defRPr>
            </a:pPr>
            <a:r>
              <a:rPr sz="1950" b="1">
                <a:solidFill>
                  <a:srgbClr val="17375E"/>
                </a:solidFill>
              </a:rPr>
              <a:t>订单分配与结果复核</a:t>
            </a:r>
          </a:p>
        </p:txBody>
      </p:sp>
      <p:sp>
        <p:nvSpPr>
          <p:cNvPr id="111" name="body-04">
            <a:extLst>
              <a:ext uri="{FF2B5EF4-FFF2-40B4-BE49-F238E27FC236}">
                <a16:creationId xmlns:a16="http://schemas.microsoft.com/office/drawing/2014/main" id="{268CFF53-FD2D-4166-87A0-D0DB372C315B}"/>
              </a:ext>
            </a:extLst>
          </p:cNvPr>
          <p:cNvSpPr>
            <a:spLocks noGrp="1"/>
          </p:cNvSpPr>
          <p:nvPr/>
        </p:nvSpPr>
        <p:spPr>
          <a:xfrm>
            <a:off x="7258050" y="4524375"/>
            <a:ext cx="40957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1650" b="0">
                <a:solidFill>
                  <a:srgbClr val="44546A"/>
                </a:solidFill>
              </a:defRPr>
            </a:defPPr>
            <a:lvl1pPr>
              <a:defRPr sz="1650" b="0">
                <a:solidFill>
                  <a:srgbClr val="44546A"/>
                </a:solidFill>
              </a:defRPr>
            </a:lvl1pPr>
            <a:lvl2pPr>
              <a:defRPr sz="1650" b="0">
                <a:solidFill>
                  <a:srgbClr val="44546A"/>
                </a:solidFill>
              </a:defRPr>
            </a:lvl2pPr>
            <a:lvl3pPr>
              <a:defRPr sz="1650" b="0">
                <a:solidFill>
                  <a:srgbClr val="44546A"/>
                </a:solidFill>
              </a:defRPr>
            </a:lvl3pPr>
            <a:lvl4pPr>
              <a:defRPr sz="1650" b="0">
                <a:solidFill>
                  <a:srgbClr val="44546A"/>
                </a:solidFill>
              </a:defRPr>
            </a:lvl4pPr>
            <a:lvl5pPr>
              <a:defRPr sz="1650" b="0">
                <a:solidFill>
                  <a:srgbClr val="44546A"/>
                </a:solidFill>
              </a:defRPr>
            </a:lvl5pPr>
            <a:lvl6pPr>
              <a:defRPr sz="1650" b="0">
                <a:solidFill>
                  <a:srgbClr val="44546A"/>
                </a:solidFill>
              </a:defRPr>
            </a:lvl6pPr>
            <a:lvl7pPr>
              <a:defRPr sz="1650" b="0">
                <a:solidFill>
                  <a:srgbClr val="44546A"/>
                </a:solidFill>
              </a:defRPr>
            </a:lvl7pPr>
            <a:lvl8pPr>
              <a:defRPr sz="1650" b="0">
                <a:solidFill>
                  <a:srgbClr val="44546A"/>
                </a:solidFill>
              </a:defRPr>
            </a:lvl8pPr>
            <a:lvl9pPr>
              <a:defRPr sz="1650" b="0">
                <a:solidFill>
                  <a:srgbClr val="44546A"/>
                </a:solidFill>
              </a:defRPr>
            </a:lvl9pPr>
          </a:lstStyle>
          <a:p>
            <a:pPr>
              <a:defRPr sz="1650" b="0">
                <a:solidFill>
                  <a:srgbClr val="44546A"/>
                </a:solidFill>
              </a:defRPr>
            </a:pPr>
            <a:r>
              <a:rPr sz="1650" b="0">
                <a:solidFill>
                  <a:srgbClr val="44546A"/>
                </a:solidFill>
              </a:rPr>
              <a:t>形成组合、用卷与订单分配。</a:t>
            </a:r>
          </a:p>
          <a:p>
            <a:pPr>
              <a:defRPr sz="1650" b="0">
                <a:solidFill>
                  <a:srgbClr val="44546A"/>
                </a:solidFill>
              </a:defRPr>
            </a:pPr>
            <a:r>
              <a:rPr sz="1650" b="0">
                <a:solidFill>
                  <a:srgbClr val="44546A"/>
                </a:solidFill>
              </a:rPr>
              <a:t>核对各项需求缺口，</a:t>
            </a:r>
          </a:p>
          <a:p>
            <a:pPr>
              <a:defRPr sz="1650" b="0">
                <a:solidFill>
                  <a:srgbClr val="44546A"/>
                </a:solidFill>
              </a:defRPr>
            </a:pPr>
            <a:r>
              <a:rPr sz="1650" b="0">
                <a:solidFill>
                  <a:srgbClr val="44546A"/>
                </a:solidFill>
              </a:rPr>
              <a:t>支持选组重切和撤销。</a:t>
            </a:r>
          </a:p>
        </p:txBody>
      </p:sp>
      <p:sp>
        <p:nvSpPr>
          <p:cNvPr id="112" name="footer">
            <a:extLst>
              <a:ext uri="{FF2B5EF4-FFF2-40B4-BE49-F238E27FC236}">
                <a16:creationId xmlns:a16="http://schemas.microsoft.com/office/drawing/2014/main" id="{A5A8CD5C-2DFE-4D77-9499-085C6BDEEE19}"/>
              </a:ext>
            </a:extLst>
          </p:cNvPr>
          <p:cNvSpPr>
            <a:spLocks noGrp="1"/>
          </p:cNvSpPr>
          <p:nvPr/>
        </p:nvSpPr>
        <p:spPr>
          <a:xfrm>
            <a:off x="914400" y="6076950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1650" b="0">
                <a:solidFill>
                  <a:srgbClr val="243B53"/>
                </a:solidFill>
              </a:defRPr>
            </a:defPPr>
            <a:lvl1pPr>
              <a:defRPr sz="1650" b="0">
                <a:solidFill>
                  <a:srgbClr val="243B53"/>
                </a:solidFill>
              </a:defRPr>
            </a:lvl1pPr>
            <a:lvl2pPr>
              <a:defRPr sz="1650" b="0">
                <a:solidFill>
                  <a:srgbClr val="243B53"/>
                </a:solidFill>
              </a:defRPr>
            </a:lvl2pPr>
            <a:lvl3pPr>
              <a:defRPr sz="1650" b="0">
                <a:solidFill>
                  <a:srgbClr val="243B53"/>
                </a:solidFill>
              </a:defRPr>
            </a:lvl3pPr>
            <a:lvl4pPr>
              <a:defRPr sz="1650" b="0">
                <a:solidFill>
                  <a:srgbClr val="243B53"/>
                </a:solidFill>
              </a:defRPr>
            </a:lvl4pPr>
            <a:lvl5pPr>
              <a:defRPr sz="1650" b="0">
                <a:solidFill>
                  <a:srgbClr val="243B53"/>
                </a:solidFill>
              </a:defRPr>
            </a:lvl5pPr>
            <a:lvl6pPr>
              <a:defRPr sz="1650" b="0">
                <a:solidFill>
                  <a:srgbClr val="243B53"/>
                </a:solidFill>
              </a:defRPr>
            </a:lvl6pPr>
            <a:lvl7pPr>
              <a:defRPr sz="1650" b="0">
                <a:solidFill>
                  <a:srgbClr val="243B53"/>
                </a:solidFill>
              </a:defRPr>
            </a:lvl7pPr>
            <a:lvl8pPr>
              <a:defRPr sz="1650" b="0">
                <a:solidFill>
                  <a:srgbClr val="243B53"/>
                </a:solidFill>
              </a:defRPr>
            </a:lvl8pPr>
            <a:lvl9pPr>
              <a:defRPr sz="1650" b="0">
                <a:solidFill>
                  <a:srgbClr val="243B53"/>
                </a:solidFill>
              </a:defRPr>
            </a:lvl9pPr>
          </a:lstStyle>
          <a:p>
            <a:pPr>
              <a:defRPr sz="1650" b="0">
                <a:solidFill>
                  <a:srgbClr val="243B53"/>
                </a:solidFill>
              </a:defRPr>
            </a:pPr>
            <a:r>
              <a:rPr sz="1650" b="0">
                <a:solidFill>
                  <a:srgbClr val="243B53"/>
                </a:solidFill>
              </a:rPr>
              <a:t>快速计算形成可行基线；精细计算继续比较候选方案，兼顾用料与执行安排。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4"/>
          <p:cNvSpPr/>
          <p:nvPr/>
        </p:nvSpPr>
        <p:spPr>
          <a:xfrm>
            <a:off x="3146910" y="1558475"/>
            <a:ext cx="2422616" cy="4034651"/>
          </a:xfrm>
          <a:custGeom>
            <a:avLst/>
            <a:gdLst/>
            <a:ahLst/>
            <a:cxnLst/>
            <a:rect l="l" t="t" r="r" b="b"/>
            <a:pathLst>
              <a:path w="5615039" h="2460795">
                <a:moveTo>
                  <a:pt x="113320" y="0"/>
                </a:moveTo>
                <a:lnTo>
                  <a:pt x="5501719" y="0"/>
                </a:lnTo>
                <a:cubicBezTo>
                  <a:pt x="5564304" y="0"/>
                  <a:pt x="5615039" y="50735"/>
                  <a:pt x="5615039" y="113320"/>
                </a:cubicBezTo>
                <a:lnTo>
                  <a:pt x="5615039" y="2347476"/>
                </a:lnTo>
                <a:cubicBezTo>
                  <a:pt x="5615039" y="2410060"/>
                  <a:pt x="5564304" y="2460795"/>
                  <a:pt x="5501719" y="2460795"/>
                </a:cubicBezTo>
                <a:lnTo>
                  <a:pt x="113320" y="2460795"/>
                </a:lnTo>
                <a:cubicBezTo>
                  <a:pt x="50735" y="2460795"/>
                  <a:pt x="0" y="2410060"/>
                  <a:pt x="0" y="2347476"/>
                </a:cubicBezTo>
                <a:lnTo>
                  <a:pt x="0" y="113320"/>
                </a:lnTo>
                <a:cubicBezTo>
                  <a:pt x="0" y="50735"/>
                  <a:pt x="50735" y="0"/>
                  <a:pt x="11332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20000"/>
                  <a:lumOff val="80000"/>
                  <a:alpha val="20000"/>
                </a:schemeClr>
              </a:gs>
              <a:gs pos="100000">
                <a:schemeClr val="accent2">
                  <a:lumMod val="20000"/>
                  <a:lumOff val="80000"/>
                  <a:alpha val="50000"/>
                </a:schemeClr>
              </a:gs>
            </a:gsLst>
            <a:lin ang="2700000" scaled="1"/>
          </a:gradFill>
          <a:ln w="7257">
            <a:noFill/>
            <a:prstDash val="solid"/>
          </a:ln>
          <a:effectLst>
            <a:outerShdw blurRad="50800" dist="38100" dir="2700000" algn="tl" rotWithShape="0">
              <a:schemeClr val="accent1">
                <a:alpha val="10000"/>
              </a:schemeClr>
            </a:outerShdw>
          </a:effectLst>
        </p:spPr>
        <p:txBody>
          <a:bodyPr/>
          <a:lstStyle/>
          <a:p>
            <a:endParaRPr lang="zh-CN" altLang="en-US" b="1" dirty="0"/>
          </a:p>
        </p:txBody>
      </p:sp>
      <p:sp>
        <p:nvSpPr>
          <p:cNvPr id="10" name="Shape 4"/>
          <p:cNvSpPr/>
          <p:nvPr/>
        </p:nvSpPr>
        <p:spPr>
          <a:xfrm>
            <a:off x="874567" y="1558477"/>
            <a:ext cx="2030897" cy="4034651"/>
          </a:xfrm>
          <a:custGeom>
            <a:avLst/>
            <a:gdLst/>
            <a:ahLst/>
            <a:cxnLst/>
            <a:rect l="l" t="t" r="r" b="b"/>
            <a:pathLst>
              <a:path w="5615039" h="2460795">
                <a:moveTo>
                  <a:pt x="113320" y="0"/>
                </a:moveTo>
                <a:lnTo>
                  <a:pt x="5501719" y="0"/>
                </a:lnTo>
                <a:cubicBezTo>
                  <a:pt x="5564304" y="0"/>
                  <a:pt x="5615039" y="50735"/>
                  <a:pt x="5615039" y="113320"/>
                </a:cubicBezTo>
                <a:lnTo>
                  <a:pt x="5615039" y="2347476"/>
                </a:lnTo>
                <a:cubicBezTo>
                  <a:pt x="5615039" y="2410060"/>
                  <a:pt x="5564304" y="2460795"/>
                  <a:pt x="5501719" y="2460795"/>
                </a:cubicBezTo>
                <a:lnTo>
                  <a:pt x="113320" y="2460795"/>
                </a:lnTo>
                <a:cubicBezTo>
                  <a:pt x="50735" y="2460795"/>
                  <a:pt x="0" y="2410060"/>
                  <a:pt x="0" y="2347476"/>
                </a:cubicBezTo>
                <a:lnTo>
                  <a:pt x="0" y="113320"/>
                </a:lnTo>
                <a:cubicBezTo>
                  <a:pt x="0" y="50735"/>
                  <a:pt x="50735" y="0"/>
                  <a:pt x="113320" y="0"/>
                </a:cubicBezTo>
                <a:close/>
              </a:path>
            </a:pathLst>
          </a:custGeom>
          <a:gradFill flip="none" rotWithShape="1">
            <a:gsLst>
              <a:gs pos="1000">
                <a:schemeClr val="accent3">
                  <a:lumMod val="20000"/>
                  <a:lumOff val="80000"/>
                  <a:alpha val="20000"/>
                </a:schemeClr>
              </a:gs>
              <a:gs pos="100000">
                <a:schemeClr val="accent3">
                  <a:lumMod val="20000"/>
                  <a:lumOff val="80000"/>
                  <a:alpha val="50000"/>
                </a:schemeClr>
              </a:gs>
            </a:gsLst>
            <a:lin ang="2700000" scaled="1"/>
          </a:gradFill>
          <a:ln w="7257">
            <a:noFill/>
            <a:prstDash val="solid"/>
          </a:ln>
          <a:effectLst>
            <a:outerShdw blurRad="50800" dist="38100" dir="2700000" algn="tl" rotWithShape="0">
              <a:schemeClr val="accent1">
                <a:alpha val="10000"/>
              </a:scheme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4"/>
          <p:cNvSpPr/>
          <p:nvPr/>
        </p:nvSpPr>
        <p:spPr>
          <a:xfrm>
            <a:off x="5810972" y="1558475"/>
            <a:ext cx="5619027" cy="4034652"/>
          </a:xfrm>
          <a:custGeom>
            <a:avLst/>
            <a:gdLst/>
            <a:ahLst/>
            <a:cxnLst/>
            <a:rect l="l" t="t" r="r" b="b"/>
            <a:pathLst>
              <a:path w="5615039" h="2460795">
                <a:moveTo>
                  <a:pt x="113320" y="0"/>
                </a:moveTo>
                <a:lnTo>
                  <a:pt x="5501719" y="0"/>
                </a:lnTo>
                <a:cubicBezTo>
                  <a:pt x="5564304" y="0"/>
                  <a:pt x="5615039" y="50735"/>
                  <a:pt x="5615039" y="113320"/>
                </a:cubicBezTo>
                <a:lnTo>
                  <a:pt x="5615039" y="2347476"/>
                </a:lnTo>
                <a:cubicBezTo>
                  <a:pt x="5615039" y="2410060"/>
                  <a:pt x="5564304" y="2460795"/>
                  <a:pt x="5501719" y="2460795"/>
                </a:cubicBezTo>
                <a:lnTo>
                  <a:pt x="113320" y="2460795"/>
                </a:lnTo>
                <a:cubicBezTo>
                  <a:pt x="50735" y="2460795"/>
                  <a:pt x="0" y="2410060"/>
                  <a:pt x="0" y="2347476"/>
                </a:cubicBezTo>
                <a:lnTo>
                  <a:pt x="0" y="113320"/>
                </a:lnTo>
                <a:cubicBezTo>
                  <a:pt x="0" y="50735"/>
                  <a:pt x="50735" y="0"/>
                  <a:pt x="113320" y="0"/>
                </a:cubicBezTo>
                <a:close/>
              </a:path>
            </a:pathLst>
          </a:custGeom>
          <a:gradFill flip="none" rotWithShape="1">
            <a:gsLst>
              <a:gs pos="1000">
                <a:schemeClr val="accent1">
                  <a:lumMod val="20000"/>
                  <a:lumOff val="80000"/>
                  <a:alpha val="20000"/>
                </a:schemeClr>
              </a:gs>
              <a:gs pos="100000">
                <a:schemeClr val="accent1">
                  <a:lumMod val="20000"/>
                  <a:lumOff val="80000"/>
                  <a:alpha val="50000"/>
                </a:schemeClr>
              </a:gs>
            </a:gsLst>
            <a:lin ang="2700000" scaled="1"/>
          </a:gradFill>
          <a:ln w="7257">
            <a:noFill/>
            <a:prstDash val="solid"/>
          </a:ln>
          <a:effectLst>
            <a:outerShdw blurRad="50800" dist="38100" dir="2700000" algn="tl" rotWithShape="0">
              <a:schemeClr val="accent1">
                <a:alpha val="10000"/>
              </a:scheme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核心成果</a:t>
            </a:r>
            <a:r>
              <a:rPr lang="en-US" altLang="zh-CN" dirty="0"/>
              <a:t>——</a:t>
            </a:r>
            <a:r>
              <a:rPr lang="zh-CN" altLang="en-US" dirty="0"/>
              <a:t>“看得见”成效</a:t>
            </a:r>
            <a:endParaRPr lang="zh-CN" alt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874567" y="1763634"/>
          <a:ext cx="10638558" cy="3829495"/>
        </p:xfrm>
        <a:graphic>
          <a:graphicData uri="http://schemas.openxmlformats.org/drawingml/2006/table">
            <a:tbl>
              <a:tblPr/>
              <a:tblGrid>
                <a:gridCol w="2091401"/>
                <a:gridCol w="2711625"/>
                <a:gridCol w="2743200"/>
                <a:gridCol w="3092332"/>
              </a:tblGrid>
              <a:tr h="80554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Inter"/>
                        </a:rPr>
                        <a:t>指标维度</a:t>
                      </a:r>
                      <a:endParaRPr lang="en-US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38100" marR="38100" marT="16329" marB="163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chemeClr val="accent2"/>
                          </a:solidFill>
                          <a:effectLst/>
                          <a:latin typeface="Inter"/>
                        </a:rPr>
                        <a:t>传统人工模式</a:t>
                      </a:r>
                      <a:endParaRPr lang="en-US" sz="1600" dirty="0">
                        <a:solidFill>
                          <a:schemeClr val="accent2"/>
                        </a:solidFill>
                        <a:effectLst/>
                      </a:endParaRPr>
                    </a:p>
                  </a:txBody>
                  <a:tcPr marL="38100" marR="38100" marT="16329" marB="163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chemeClr val="accent1"/>
                          </a:solidFill>
                          <a:effectLst/>
                          <a:latin typeface="Inter"/>
                        </a:rPr>
                        <a:t>智能系统优化后</a:t>
                      </a:r>
                      <a:endParaRPr lang="en-US" sz="1600" dirty="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marL="38100" marR="38100" marT="16329" marB="163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chemeClr val="accent1"/>
                          </a:solidFill>
                          <a:effectLst/>
                          <a:latin typeface="Inter"/>
                        </a:rPr>
                        <a:t>提升幅度</a:t>
                      </a:r>
                      <a:endParaRPr lang="en-US" sz="1600" dirty="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marL="38100" marR="38100" marT="16329" marB="163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5598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材料利用率</a:t>
                      </a:r>
                      <a:endParaRPr lang="zh-CN" altLang="en-US" sz="16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8100" marR="38100" marT="16329" marB="163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80% - 90%</a:t>
                      </a:r>
                      <a:endParaRPr lang="zh-CN" altLang="en-US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8100" marR="38100" marT="16329" marB="163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95% - 99%+</a:t>
                      </a:r>
                      <a:endParaRPr lang="zh-CN" altLang="en-US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8100" marR="38100" marT="16329" marB="163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提升 </a:t>
                      </a:r>
                      <a:r>
                        <a:rPr lang="en-US" altLang="zh-CN" sz="16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5%-15%</a:t>
                      </a:r>
                      <a:endParaRPr lang="zh-CN" altLang="en-US" sz="16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41514" marR="38100" marT="16329" marB="163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5598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规划耗时</a:t>
                      </a:r>
                      <a:endParaRPr lang="zh-CN" altLang="en-US" sz="16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8100" marR="38100" marT="16329" marB="163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2 - 4 </a:t>
                      </a:r>
                      <a:r>
                        <a:rPr lang="zh-CN" altLang="en-US" sz="16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小时</a:t>
                      </a:r>
                      <a:endParaRPr lang="zh-CN" altLang="en-US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8100" marR="38100" marT="16329" marB="163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秒级响应</a:t>
                      </a:r>
                      <a:endParaRPr lang="zh-CN" altLang="en-US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8100" marR="38100" marT="16329" marB="163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效率提升数十倍</a:t>
                      </a:r>
                      <a:endParaRPr lang="zh-CN" altLang="en-US" sz="16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41514" marR="38100" marT="16329" marB="163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5598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材料浪费率</a:t>
                      </a:r>
                      <a:endParaRPr lang="zh-CN" altLang="en-US" sz="16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8100" marR="38100" marT="16329" marB="163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10% - 25%</a:t>
                      </a:r>
                      <a:endParaRPr lang="zh-CN" altLang="en-US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8100" marR="38100" marT="16329" marB="163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&lt; 1%</a:t>
                      </a:r>
                      <a:endParaRPr lang="zh-CN" altLang="en-US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8100" marR="38100" marT="16329" marB="163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降低 </a:t>
                      </a:r>
                      <a:r>
                        <a:rPr lang="en-US" altLang="zh-CN" sz="16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90% </a:t>
                      </a:r>
                      <a:r>
                        <a:rPr lang="zh-CN" altLang="en-US" sz="16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以上</a:t>
                      </a:r>
                      <a:endParaRPr lang="zh-CN" altLang="en-US" sz="16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41514" marR="38100" marT="16329" marB="163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5598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方案准确性</a:t>
                      </a:r>
                      <a:endParaRPr lang="zh-CN" altLang="en-US" sz="16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8100" marR="38100" marT="16329" marB="163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存在人为误差</a:t>
                      </a:r>
                      <a:endParaRPr lang="zh-CN" altLang="en-US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8100" marR="38100" marT="16329" marB="163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100% </a:t>
                      </a:r>
                      <a:r>
                        <a:rPr lang="zh-CN" altLang="en-US" sz="16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精准</a:t>
                      </a:r>
                      <a:endParaRPr lang="zh-CN" altLang="en-US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8100" marR="38100" marT="16329" marB="163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实现零差错</a:t>
                      </a:r>
                      <a:endParaRPr lang="zh-CN" altLang="en-US" sz="16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41514" marR="38100" marT="16329" marB="163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1"/>
            </p:custDataLst>
          </p:nvPr>
        </p:nvSpPr>
        <p:spPr>
          <a:xfrm>
            <a:off x="695960" y="1440000"/>
            <a:ext cx="10800080" cy="4932000"/>
          </a:xfrm>
          <a:prstGeom prst="rect">
            <a:avLst/>
          </a:prstGeom>
          <a:gradFill>
            <a:gsLst>
              <a:gs pos="0">
                <a:schemeClr val="accent1">
                  <a:alpha val="5000"/>
                </a:schemeClr>
              </a:gs>
              <a:gs pos="10000">
                <a:schemeClr val="accent1">
                  <a:lumMod val="45000"/>
                  <a:lumOff val="55000"/>
                  <a:alpha val="0"/>
                </a:schemeClr>
              </a:gs>
              <a:gs pos="86000">
                <a:schemeClr val="accent1">
                  <a:lumMod val="45000"/>
                  <a:lumOff val="55000"/>
                  <a:alpha val="0"/>
                </a:schemeClr>
              </a:gs>
              <a:gs pos="100000">
                <a:schemeClr val="accent1">
                  <a:alpha val="5000"/>
                </a:schemeClr>
              </a:gs>
            </a:gsLst>
            <a:lin ang="0" scaled="0"/>
          </a:gradFill>
          <a:ln w="22225">
            <a:gradFill>
              <a:gsLst>
                <a:gs pos="100000">
                  <a:schemeClr val="accent1">
                    <a:alpha val="40000"/>
                  </a:schemeClr>
                </a:gs>
                <a:gs pos="27000">
                  <a:schemeClr val="accent1">
                    <a:lumMod val="20000"/>
                    <a:lumOff val="80000"/>
                    <a:alpha val="0"/>
                  </a:schemeClr>
                </a:gs>
                <a:gs pos="73000">
                  <a:schemeClr val="accent1">
                    <a:lumMod val="20000"/>
                    <a:lumOff val="80000"/>
                    <a:alpha val="0"/>
                  </a:schemeClr>
                </a:gs>
                <a:gs pos="0">
                  <a:schemeClr val="accent1">
                    <a:alpha val="40000"/>
                  </a:schemeClr>
                </a:gs>
              </a:gsLst>
              <a:lin ang="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50000"/>
              </a:lnSpc>
              <a:buClrTx/>
              <a:buSzTx/>
              <a:buFontTx/>
            </a:pPr>
            <a:endParaRPr lang="zh-CN" altLang="en-US" sz="1000" dirty="0">
              <a:solidFill>
                <a:schemeClr val="accent1"/>
              </a:solidFill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/>
              <a:t>服装行业智能裁切应用场景</a:t>
            </a:r>
            <a:endParaRPr lang="zh-CN" altLang="en-US" dirty="0"/>
          </a:p>
        </p:txBody>
      </p:sp>
      <p:sp>
        <p:nvSpPr>
          <p:cNvPr id="15" name="任意多边形: 形状 14"/>
          <p:cNvSpPr/>
          <p:nvPr>
            <p:custDataLst>
              <p:tags r:id="rId3"/>
            </p:custDataLst>
          </p:nvPr>
        </p:nvSpPr>
        <p:spPr>
          <a:xfrm>
            <a:off x="650074" y="6080227"/>
            <a:ext cx="352425" cy="352425"/>
          </a:xfrm>
          <a:custGeom>
            <a:avLst/>
            <a:gdLst>
              <a:gd name="connsiteX0" fmla="*/ 38113 w 352425"/>
              <a:gd name="connsiteY0" fmla="*/ 0 h 352425"/>
              <a:gd name="connsiteX1" fmla="*/ 62232 w 352425"/>
              <a:gd name="connsiteY1" fmla="*/ 0 h 352425"/>
              <a:gd name="connsiteX2" fmla="*/ 100328 w 352425"/>
              <a:gd name="connsiteY2" fmla="*/ 38098 h 352425"/>
              <a:gd name="connsiteX3" fmla="*/ 100328 w 352425"/>
              <a:gd name="connsiteY3" fmla="*/ 209562 h 352425"/>
              <a:gd name="connsiteX4" fmla="*/ 138416 w 352425"/>
              <a:gd name="connsiteY4" fmla="*/ 247653 h 352425"/>
              <a:gd name="connsiteX5" fmla="*/ 314342 w 352425"/>
              <a:gd name="connsiteY5" fmla="*/ 247653 h 352425"/>
              <a:gd name="connsiteX6" fmla="*/ 352425 w 352425"/>
              <a:gd name="connsiteY6" fmla="*/ 285734 h 352425"/>
              <a:gd name="connsiteX7" fmla="*/ 352425 w 352425"/>
              <a:gd name="connsiteY7" fmla="*/ 314327 h 352425"/>
              <a:gd name="connsiteX8" fmla="*/ 314323 w 352425"/>
              <a:gd name="connsiteY8" fmla="*/ 352425 h 352425"/>
              <a:gd name="connsiteX9" fmla="*/ 38109 w 352425"/>
              <a:gd name="connsiteY9" fmla="*/ 352425 h 352425"/>
              <a:gd name="connsiteX10" fmla="*/ 0 w 352425"/>
              <a:gd name="connsiteY10" fmla="*/ 314316 h 352425"/>
              <a:gd name="connsiteX11" fmla="*/ 0 w 352425"/>
              <a:gd name="connsiteY11" fmla="*/ 38113 h 352425"/>
              <a:gd name="connsiteX12" fmla="*/ 38113 w 352425"/>
              <a:gd name="connsiteY12" fmla="*/ 0 h 352425"/>
              <a:gd name="connsiteX0-1" fmla="*/ 38113 w 352425"/>
              <a:gd name="connsiteY0-2" fmla="*/ 0 h 352425"/>
              <a:gd name="connsiteX1-3" fmla="*/ 62232 w 352425"/>
              <a:gd name="connsiteY1-4" fmla="*/ 0 h 352425"/>
              <a:gd name="connsiteX2-5" fmla="*/ 100328 w 352425"/>
              <a:gd name="connsiteY2-6" fmla="*/ 38098 h 352425"/>
              <a:gd name="connsiteX3-7" fmla="*/ 100328 w 352425"/>
              <a:gd name="connsiteY3-8" fmla="*/ 209562 h 352425"/>
              <a:gd name="connsiteX4-9" fmla="*/ 138416 w 352425"/>
              <a:gd name="connsiteY4-10" fmla="*/ 247653 h 352425"/>
              <a:gd name="connsiteX5-11" fmla="*/ 314342 w 352425"/>
              <a:gd name="connsiteY5-12" fmla="*/ 247653 h 352425"/>
              <a:gd name="connsiteX6-13" fmla="*/ 352425 w 352425"/>
              <a:gd name="connsiteY6-14" fmla="*/ 285734 h 352425"/>
              <a:gd name="connsiteX7-15" fmla="*/ 352425 w 352425"/>
              <a:gd name="connsiteY7-16" fmla="*/ 314327 h 352425"/>
              <a:gd name="connsiteX8-17" fmla="*/ 314323 w 352425"/>
              <a:gd name="connsiteY8-18" fmla="*/ 352425 h 352425"/>
              <a:gd name="connsiteX9-19" fmla="*/ 38109 w 352425"/>
              <a:gd name="connsiteY9-20" fmla="*/ 352425 h 352425"/>
              <a:gd name="connsiteX10-21" fmla="*/ 0 w 352425"/>
              <a:gd name="connsiteY10-22" fmla="*/ 314316 h 352425"/>
              <a:gd name="connsiteX11-23" fmla="*/ 0 w 352425"/>
              <a:gd name="connsiteY11-24" fmla="*/ 38113 h 352425"/>
              <a:gd name="connsiteX12-25" fmla="*/ 38113 w 352425"/>
              <a:gd name="connsiteY12-26" fmla="*/ 0 h 352425"/>
              <a:gd name="connsiteX0-27" fmla="*/ 38113 w 352425"/>
              <a:gd name="connsiteY0-28" fmla="*/ 0 h 352425"/>
              <a:gd name="connsiteX1-29" fmla="*/ 62232 w 352425"/>
              <a:gd name="connsiteY1-30" fmla="*/ 0 h 352425"/>
              <a:gd name="connsiteX2-31" fmla="*/ 100328 w 352425"/>
              <a:gd name="connsiteY2-32" fmla="*/ 38098 h 352425"/>
              <a:gd name="connsiteX3-33" fmla="*/ 100328 w 352425"/>
              <a:gd name="connsiteY3-34" fmla="*/ 209562 h 352425"/>
              <a:gd name="connsiteX4-35" fmla="*/ 138416 w 352425"/>
              <a:gd name="connsiteY4-36" fmla="*/ 247653 h 352425"/>
              <a:gd name="connsiteX5-37" fmla="*/ 314342 w 352425"/>
              <a:gd name="connsiteY5-38" fmla="*/ 247653 h 352425"/>
              <a:gd name="connsiteX6-39" fmla="*/ 352425 w 352425"/>
              <a:gd name="connsiteY6-40" fmla="*/ 285734 h 352425"/>
              <a:gd name="connsiteX7-41" fmla="*/ 352425 w 352425"/>
              <a:gd name="connsiteY7-42" fmla="*/ 314327 h 352425"/>
              <a:gd name="connsiteX8-43" fmla="*/ 314323 w 352425"/>
              <a:gd name="connsiteY8-44" fmla="*/ 352425 h 352425"/>
              <a:gd name="connsiteX9-45" fmla="*/ 38109 w 352425"/>
              <a:gd name="connsiteY9-46" fmla="*/ 352425 h 352425"/>
              <a:gd name="connsiteX10-47" fmla="*/ 0 w 352425"/>
              <a:gd name="connsiteY10-48" fmla="*/ 314316 h 352425"/>
              <a:gd name="connsiteX11-49" fmla="*/ 0 w 352425"/>
              <a:gd name="connsiteY11-50" fmla="*/ 38113 h 352425"/>
              <a:gd name="connsiteX12-51" fmla="*/ 38113 w 352425"/>
              <a:gd name="connsiteY12-52" fmla="*/ 0 h 352425"/>
              <a:gd name="connsiteX0-53" fmla="*/ 38113 w 352425"/>
              <a:gd name="connsiteY0-54" fmla="*/ 0 h 352425"/>
              <a:gd name="connsiteX1-55" fmla="*/ 62232 w 352425"/>
              <a:gd name="connsiteY1-56" fmla="*/ 0 h 352425"/>
              <a:gd name="connsiteX2-57" fmla="*/ 100328 w 352425"/>
              <a:gd name="connsiteY2-58" fmla="*/ 38098 h 352425"/>
              <a:gd name="connsiteX3-59" fmla="*/ 100328 w 352425"/>
              <a:gd name="connsiteY3-60" fmla="*/ 209562 h 352425"/>
              <a:gd name="connsiteX4-61" fmla="*/ 138416 w 352425"/>
              <a:gd name="connsiteY4-62" fmla="*/ 247653 h 352425"/>
              <a:gd name="connsiteX5-63" fmla="*/ 314342 w 352425"/>
              <a:gd name="connsiteY5-64" fmla="*/ 247653 h 352425"/>
              <a:gd name="connsiteX6-65" fmla="*/ 352425 w 352425"/>
              <a:gd name="connsiteY6-66" fmla="*/ 285734 h 352425"/>
              <a:gd name="connsiteX7-67" fmla="*/ 352425 w 352425"/>
              <a:gd name="connsiteY7-68" fmla="*/ 314327 h 352425"/>
              <a:gd name="connsiteX8-69" fmla="*/ 314323 w 352425"/>
              <a:gd name="connsiteY8-70" fmla="*/ 352425 h 352425"/>
              <a:gd name="connsiteX9-71" fmla="*/ 38109 w 352425"/>
              <a:gd name="connsiteY9-72" fmla="*/ 352425 h 352425"/>
              <a:gd name="connsiteX10-73" fmla="*/ 0 w 352425"/>
              <a:gd name="connsiteY10-74" fmla="*/ 314316 h 352425"/>
              <a:gd name="connsiteX11-75" fmla="*/ 0 w 352425"/>
              <a:gd name="connsiteY11-76" fmla="*/ 38113 h 352425"/>
              <a:gd name="connsiteX12-77" fmla="*/ 38113 w 352425"/>
              <a:gd name="connsiteY12-78" fmla="*/ 0 h 352425"/>
              <a:gd name="connsiteX0-79" fmla="*/ 38113 w 352425"/>
              <a:gd name="connsiteY0-80" fmla="*/ 0 h 352425"/>
              <a:gd name="connsiteX1-81" fmla="*/ 62232 w 352425"/>
              <a:gd name="connsiteY1-82" fmla="*/ 0 h 352425"/>
              <a:gd name="connsiteX2-83" fmla="*/ 100328 w 352425"/>
              <a:gd name="connsiteY2-84" fmla="*/ 38098 h 352425"/>
              <a:gd name="connsiteX3-85" fmla="*/ 100328 w 352425"/>
              <a:gd name="connsiteY3-86" fmla="*/ 209562 h 352425"/>
              <a:gd name="connsiteX4-87" fmla="*/ 138416 w 352425"/>
              <a:gd name="connsiteY4-88" fmla="*/ 247653 h 352425"/>
              <a:gd name="connsiteX5-89" fmla="*/ 314342 w 352425"/>
              <a:gd name="connsiteY5-90" fmla="*/ 247653 h 352425"/>
              <a:gd name="connsiteX6-91" fmla="*/ 352425 w 352425"/>
              <a:gd name="connsiteY6-92" fmla="*/ 285734 h 352425"/>
              <a:gd name="connsiteX7-93" fmla="*/ 352425 w 352425"/>
              <a:gd name="connsiteY7-94" fmla="*/ 314327 h 352425"/>
              <a:gd name="connsiteX8-95" fmla="*/ 314323 w 352425"/>
              <a:gd name="connsiteY8-96" fmla="*/ 352425 h 352425"/>
              <a:gd name="connsiteX9-97" fmla="*/ 38109 w 352425"/>
              <a:gd name="connsiteY9-98" fmla="*/ 352425 h 352425"/>
              <a:gd name="connsiteX10-99" fmla="*/ 0 w 352425"/>
              <a:gd name="connsiteY10-100" fmla="*/ 314316 h 352425"/>
              <a:gd name="connsiteX11-101" fmla="*/ 0 w 352425"/>
              <a:gd name="connsiteY11-102" fmla="*/ 38113 h 352425"/>
              <a:gd name="connsiteX12-103" fmla="*/ 38113 w 352425"/>
              <a:gd name="connsiteY12-104" fmla="*/ 0 h 352425"/>
              <a:gd name="connsiteX0-105" fmla="*/ 38113 w 352425"/>
              <a:gd name="connsiteY0-106" fmla="*/ 0 h 352425"/>
              <a:gd name="connsiteX1-107" fmla="*/ 62232 w 352425"/>
              <a:gd name="connsiteY1-108" fmla="*/ 0 h 352425"/>
              <a:gd name="connsiteX2-109" fmla="*/ 100328 w 352425"/>
              <a:gd name="connsiteY2-110" fmla="*/ 38098 h 352425"/>
              <a:gd name="connsiteX3-111" fmla="*/ 100328 w 352425"/>
              <a:gd name="connsiteY3-112" fmla="*/ 209562 h 352425"/>
              <a:gd name="connsiteX4-113" fmla="*/ 138416 w 352425"/>
              <a:gd name="connsiteY4-114" fmla="*/ 247653 h 352425"/>
              <a:gd name="connsiteX5-115" fmla="*/ 314342 w 352425"/>
              <a:gd name="connsiteY5-116" fmla="*/ 247653 h 352425"/>
              <a:gd name="connsiteX6-117" fmla="*/ 352425 w 352425"/>
              <a:gd name="connsiteY6-118" fmla="*/ 285734 h 352425"/>
              <a:gd name="connsiteX7-119" fmla="*/ 352425 w 352425"/>
              <a:gd name="connsiteY7-120" fmla="*/ 314327 h 352425"/>
              <a:gd name="connsiteX8-121" fmla="*/ 314323 w 352425"/>
              <a:gd name="connsiteY8-122" fmla="*/ 352425 h 352425"/>
              <a:gd name="connsiteX9-123" fmla="*/ 38109 w 352425"/>
              <a:gd name="connsiteY9-124" fmla="*/ 352425 h 352425"/>
              <a:gd name="connsiteX10-125" fmla="*/ 0 w 352425"/>
              <a:gd name="connsiteY10-126" fmla="*/ 314316 h 352425"/>
              <a:gd name="connsiteX11-127" fmla="*/ 0 w 352425"/>
              <a:gd name="connsiteY11-128" fmla="*/ 38113 h 352425"/>
              <a:gd name="connsiteX12-129" fmla="*/ 38113 w 352425"/>
              <a:gd name="connsiteY12-130" fmla="*/ 0 h 352425"/>
              <a:gd name="connsiteX0-131" fmla="*/ 38113 w 352425"/>
              <a:gd name="connsiteY0-132" fmla="*/ 0 h 352425"/>
              <a:gd name="connsiteX1-133" fmla="*/ 62232 w 352425"/>
              <a:gd name="connsiteY1-134" fmla="*/ 0 h 352425"/>
              <a:gd name="connsiteX2-135" fmla="*/ 100328 w 352425"/>
              <a:gd name="connsiteY2-136" fmla="*/ 38098 h 352425"/>
              <a:gd name="connsiteX3-137" fmla="*/ 100328 w 352425"/>
              <a:gd name="connsiteY3-138" fmla="*/ 209562 h 352425"/>
              <a:gd name="connsiteX4-139" fmla="*/ 138416 w 352425"/>
              <a:gd name="connsiteY4-140" fmla="*/ 247653 h 352425"/>
              <a:gd name="connsiteX5-141" fmla="*/ 314342 w 352425"/>
              <a:gd name="connsiteY5-142" fmla="*/ 247653 h 352425"/>
              <a:gd name="connsiteX6-143" fmla="*/ 352425 w 352425"/>
              <a:gd name="connsiteY6-144" fmla="*/ 285734 h 352425"/>
              <a:gd name="connsiteX7-145" fmla="*/ 352425 w 352425"/>
              <a:gd name="connsiteY7-146" fmla="*/ 314327 h 352425"/>
              <a:gd name="connsiteX8-147" fmla="*/ 314323 w 352425"/>
              <a:gd name="connsiteY8-148" fmla="*/ 352425 h 352425"/>
              <a:gd name="connsiteX9-149" fmla="*/ 38109 w 352425"/>
              <a:gd name="connsiteY9-150" fmla="*/ 352425 h 352425"/>
              <a:gd name="connsiteX10-151" fmla="*/ 0 w 352425"/>
              <a:gd name="connsiteY10-152" fmla="*/ 314316 h 352425"/>
              <a:gd name="connsiteX11-153" fmla="*/ 0 w 352425"/>
              <a:gd name="connsiteY11-154" fmla="*/ 38113 h 352425"/>
              <a:gd name="connsiteX12-155" fmla="*/ 38113 w 352425"/>
              <a:gd name="connsiteY12-156" fmla="*/ 0 h 352425"/>
              <a:gd name="connsiteX0-157" fmla="*/ 38113 w 352425"/>
              <a:gd name="connsiteY0-158" fmla="*/ 0 h 352425"/>
              <a:gd name="connsiteX1-159" fmla="*/ 62232 w 352425"/>
              <a:gd name="connsiteY1-160" fmla="*/ 0 h 352425"/>
              <a:gd name="connsiteX2-161" fmla="*/ 100328 w 352425"/>
              <a:gd name="connsiteY2-162" fmla="*/ 38098 h 352425"/>
              <a:gd name="connsiteX3-163" fmla="*/ 100328 w 352425"/>
              <a:gd name="connsiteY3-164" fmla="*/ 209562 h 352425"/>
              <a:gd name="connsiteX4-165" fmla="*/ 138416 w 352425"/>
              <a:gd name="connsiteY4-166" fmla="*/ 247653 h 352425"/>
              <a:gd name="connsiteX5-167" fmla="*/ 314342 w 352425"/>
              <a:gd name="connsiteY5-168" fmla="*/ 247653 h 352425"/>
              <a:gd name="connsiteX6-169" fmla="*/ 352425 w 352425"/>
              <a:gd name="connsiteY6-170" fmla="*/ 285734 h 352425"/>
              <a:gd name="connsiteX7-171" fmla="*/ 352425 w 352425"/>
              <a:gd name="connsiteY7-172" fmla="*/ 314327 h 352425"/>
              <a:gd name="connsiteX8-173" fmla="*/ 314323 w 352425"/>
              <a:gd name="connsiteY8-174" fmla="*/ 352425 h 352425"/>
              <a:gd name="connsiteX9-175" fmla="*/ 38109 w 352425"/>
              <a:gd name="connsiteY9-176" fmla="*/ 352425 h 352425"/>
              <a:gd name="connsiteX10-177" fmla="*/ 0 w 352425"/>
              <a:gd name="connsiteY10-178" fmla="*/ 314316 h 352425"/>
              <a:gd name="connsiteX11-179" fmla="*/ 0 w 352425"/>
              <a:gd name="connsiteY11-180" fmla="*/ 38113 h 352425"/>
              <a:gd name="connsiteX12-181" fmla="*/ 38113 w 352425"/>
              <a:gd name="connsiteY12-182" fmla="*/ 0 h 352425"/>
              <a:gd name="connsiteX0-183" fmla="*/ 38113 w 352425"/>
              <a:gd name="connsiteY0-184" fmla="*/ 0 h 352425"/>
              <a:gd name="connsiteX1-185" fmla="*/ 62232 w 352425"/>
              <a:gd name="connsiteY1-186" fmla="*/ 0 h 352425"/>
              <a:gd name="connsiteX2-187" fmla="*/ 100328 w 352425"/>
              <a:gd name="connsiteY2-188" fmla="*/ 38098 h 352425"/>
              <a:gd name="connsiteX3-189" fmla="*/ 100328 w 352425"/>
              <a:gd name="connsiteY3-190" fmla="*/ 209562 h 352425"/>
              <a:gd name="connsiteX4-191" fmla="*/ 138416 w 352425"/>
              <a:gd name="connsiteY4-192" fmla="*/ 247653 h 352425"/>
              <a:gd name="connsiteX5-193" fmla="*/ 314342 w 352425"/>
              <a:gd name="connsiteY5-194" fmla="*/ 247653 h 352425"/>
              <a:gd name="connsiteX6-195" fmla="*/ 352425 w 352425"/>
              <a:gd name="connsiteY6-196" fmla="*/ 285734 h 352425"/>
              <a:gd name="connsiteX7-197" fmla="*/ 352425 w 352425"/>
              <a:gd name="connsiteY7-198" fmla="*/ 314327 h 352425"/>
              <a:gd name="connsiteX8-199" fmla="*/ 314323 w 352425"/>
              <a:gd name="connsiteY8-200" fmla="*/ 352425 h 352425"/>
              <a:gd name="connsiteX9-201" fmla="*/ 38109 w 352425"/>
              <a:gd name="connsiteY9-202" fmla="*/ 352425 h 352425"/>
              <a:gd name="connsiteX10-203" fmla="*/ 0 w 352425"/>
              <a:gd name="connsiteY10-204" fmla="*/ 314316 h 352425"/>
              <a:gd name="connsiteX11-205" fmla="*/ 0 w 352425"/>
              <a:gd name="connsiteY11-206" fmla="*/ 38113 h 352425"/>
              <a:gd name="connsiteX12-207" fmla="*/ 38113 w 352425"/>
              <a:gd name="connsiteY12-208" fmla="*/ 0 h 352425"/>
              <a:gd name="connsiteX0-209" fmla="*/ 38113 w 352425"/>
              <a:gd name="connsiteY0-210" fmla="*/ 0 h 352425"/>
              <a:gd name="connsiteX1-211" fmla="*/ 62232 w 352425"/>
              <a:gd name="connsiteY1-212" fmla="*/ 0 h 352425"/>
              <a:gd name="connsiteX2-213" fmla="*/ 100328 w 352425"/>
              <a:gd name="connsiteY2-214" fmla="*/ 38098 h 352425"/>
              <a:gd name="connsiteX3-215" fmla="*/ 100328 w 352425"/>
              <a:gd name="connsiteY3-216" fmla="*/ 209562 h 352425"/>
              <a:gd name="connsiteX4-217" fmla="*/ 138416 w 352425"/>
              <a:gd name="connsiteY4-218" fmla="*/ 247653 h 352425"/>
              <a:gd name="connsiteX5-219" fmla="*/ 314342 w 352425"/>
              <a:gd name="connsiteY5-220" fmla="*/ 247653 h 352425"/>
              <a:gd name="connsiteX6-221" fmla="*/ 352425 w 352425"/>
              <a:gd name="connsiteY6-222" fmla="*/ 285734 h 352425"/>
              <a:gd name="connsiteX7-223" fmla="*/ 352425 w 352425"/>
              <a:gd name="connsiteY7-224" fmla="*/ 314327 h 352425"/>
              <a:gd name="connsiteX8-225" fmla="*/ 314323 w 352425"/>
              <a:gd name="connsiteY8-226" fmla="*/ 352425 h 352425"/>
              <a:gd name="connsiteX9-227" fmla="*/ 38109 w 352425"/>
              <a:gd name="connsiteY9-228" fmla="*/ 352425 h 352425"/>
              <a:gd name="connsiteX10-229" fmla="*/ 0 w 352425"/>
              <a:gd name="connsiteY10-230" fmla="*/ 314316 h 352425"/>
              <a:gd name="connsiteX11-231" fmla="*/ 0 w 352425"/>
              <a:gd name="connsiteY11-232" fmla="*/ 38113 h 352425"/>
              <a:gd name="connsiteX12-233" fmla="*/ 38113 w 352425"/>
              <a:gd name="connsiteY12-234" fmla="*/ 0 h 352425"/>
              <a:gd name="connsiteX0-235" fmla="*/ 38113 w 352425"/>
              <a:gd name="connsiteY0-236" fmla="*/ 0 h 352425"/>
              <a:gd name="connsiteX1-237" fmla="*/ 62232 w 352425"/>
              <a:gd name="connsiteY1-238" fmla="*/ 0 h 352425"/>
              <a:gd name="connsiteX2-239" fmla="*/ 100328 w 352425"/>
              <a:gd name="connsiteY2-240" fmla="*/ 38098 h 352425"/>
              <a:gd name="connsiteX3-241" fmla="*/ 100328 w 352425"/>
              <a:gd name="connsiteY3-242" fmla="*/ 209562 h 352425"/>
              <a:gd name="connsiteX4-243" fmla="*/ 138416 w 352425"/>
              <a:gd name="connsiteY4-244" fmla="*/ 247653 h 352425"/>
              <a:gd name="connsiteX5-245" fmla="*/ 314342 w 352425"/>
              <a:gd name="connsiteY5-246" fmla="*/ 247653 h 352425"/>
              <a:gd name="connsiteX6-247" fmla="*/ 352425 w 352425"/>
              <a:gd name="connsiteY6-248" fmla="*/ 285734 h 352425"/>
              <a:gd name="connsiteX7-249" fmla="*/ 352425 w 352425"/>
              <a:gd name="connsiteY7-250" fmla="*/ 314327 h 352425"/>
              <a:gd name="connsiteX8-251" fmla="*/ 314323 w 352425"/>
              <a:gd name="connsiteY8-252" fmla="*/ 352425 h 352425"/>
              <a:gd name="connsiteX9-253" fmla="*/ 38109 w 352425"/>
              <a:gd name="connsiteY9-254" fmla="*/ 352425 h 352425"/>
              <a:gd name="connsiteX10-255" fmla="*/ 0 w 352425"/>
              <a:gd name="connsiteY10-256" fmla="*/ 314316 h 352425"/>
              <a:gd name="connsiteX11-257" fmla="*/ 0 w 352425"/>
              <a:gd name="connsiteY11-258" fmla="*/ 38113 h 352425"/>
              <a:gd name="connsiteX12-259" fmla="*/ 38113 w 352425"/>
              <a:gd name="connsiteY12-260" fmla="*/ 0 h 352425"/>
              <a:gd name="connsiteX0-261" fmla="*/ 38113 w 352425"/>
              <a:gd name="connsiteY0-262" fmla="*/ 0 h 352425"/>
              <a:gd name="connsiteX1-263" fmla="*/ 62232 w 352425"/>
              <a:gd name="connsiteY1-264" fmla="*/ 0 h 352425"/>
              <a:gd name="connsiteX2-265" fmla="*/ 100328 w 352425"/>
              <a:gd name="connsiteY2-266" fmla="*/ 38098 h 352425"/>
              <a:gd name="connsiteX3-267" fmla="*/ 100328 w 352425"/>
              <a:gd name="connsiteY3-268" fmla="*/ 209562 h 352425"/>
              <a:gd name="connsiteX4-269" fmla="*/ 138416 w 352425"/>
              <a:gd name="connsiteY4-270" fmla="*/ 247653 h 352425"/>
              <a:gd name="connsiteX5-271" fmla="*/ 314342 w 352425"/>
              <a:gd name="connsiteY5-272" fmla="*/ 247653 h 352425"/>
              <a:gd name="connsiteX6-273" fmla="*/ 352425 w 352425"/>
              <a:gd name="connsiteY6-274" fmla="*/ 285734 h 352425"/>
              <a:gd name="connsiteX7-275" fmla="*/ 352425 w 352425"/>
              <a:gd name="connsiteY7-276" fmla="*/ 314327 h 352425"/>
              <a:gd name="connsiteX8-277" fmla="*/ 314323 w 352425"/>
              <a:gd name="connsiteY8-278" fmla="*/ 352425 h 352425"/>
              <a:gd name="connsiteX9-279" fmla="*/ 38109 w 352425"/>
              <a:gd name="connsiteY9-280" fmla="*/ 352425 h 352425"/>
              <a:gd name="connsiteX10-281" fmla="*/ 0 w 352425"/>
              <a:gd name="connsiteY10-282" fmla="*/ 314316 h 352425"/>
              <a:gd name="connsiteX11-283" fmla="*/ 0 w 352425"/>
              <a:gd name="connsiteY11-284" fmla="*/ 38113 h 352425"/>
              <a:gd name="connsiteX12-285" fmla="*/ 38113 w 352425"/>
              <a:gd name="connsiteY12-286" fmla="*/ 0 h 352425"/>
              <a:gd name="connsiteX0-287" fmla="*/ 38113 w 352425"/>
              <a:gd name="connsiteY0-288" fmla="*/ 0 h 352425"/>
              <a:gd name="connsiteX1-289" fmla="*/ 62232 w 352425"/>
              <a:gd name="connsiteY1-290" fmla="*/ 0 h 352425"/>
              <a:gd name="connsiteX2-291" fmla="*/ 100328 w 352425"/>
              <a:gd name="connsiteY2-292" fmla="*/ 38098 h 352425"/>
              <a:gd name="connsiteX3-293" fmla="*/ 100328 w 352425"/>
              <a:gd name="connsiteY3-294" fmla="*/ 209562 h 352425"/>
              <a:gd name="connsiteX4-295" fmla="*/ 138416 w 352425"/>
              <a:gd name="connsiteY4-296" fmla="*/ 247653 h 352425"/>
              <a:gd name="connsiteX5-297" fmla="*/ 314342 w 352425"/>
              <a:gd name="connsiteY5-298" fmla="*/ 247653 h 352425"/>
              <a:gd name="connsiteX6-299" fmla="*/ 352425 w 352425"/>
              <a:gd name="connsiteY6-300" fmla="*/ 285734 h 352425"/>
              <a:gd name="connsiteX7-301" fmla="*/ 352425 w 352425"/>
              <a:gd name="connsiteY7-302" fmla="*/ 314327 h 352425"/>
              <a:gd name="connsiteX8-303" fmla="*/ 314323 w 352425"/>
              <a:gd name="connsiteY8-304" fmla="*/ 352425 h 352425"/>
              <a:gd name="connsiteX9-305" fmla="*/ 38109 w 352425"/>
              <a:gd name="connsiteY9-306" fmla="*/ 352425 h 352425"/>
              <a:gd name="connsiteX10-307" fmla="*/ 0 w 352425"/>
              <a:gd name="connsiteY10-308" fmla="*/ 314316 h 352425"/>
              <a:gd name="connsiteX11-309" fmla="*/ 0 w 352425"/>
              <a:gd name="connsiteY11-310" fmla="*/ 38113 h 352425"/>
              <a:gd name="connsiteX12-311" fmla="*/ 38113 w 352425"/>
              <a:gd name="connsiteY12-312" fmla="*/ 0 h 352425"/>
              <a:gd name="connsiteX0-313" fmla="*/ 38113 w 352425"/>
              <a:gd name="connsiteY0-314" fmla="*/ 0 h 352425"/>
              <a:gd name="connsiteX1-315" fmla="*/ 62232 w 352425"/>
              <a:gd name="connsiteY1-316" fmla="*/ 0 h 352425"/>
              <a:gd name="connsiteX2-317" fmla="*/ 100328 w 352425"/>
              <a:gd name="connsiteY2-318" fmla="*/ 38098 h 352425"/>
              <a:gd name="connsiteX3-319" fmla="*/ 100328 w 352425"/>
              <a:gd name="connsiteY3-320" fmla="*/ 209562 h 352425"/>
              <a:gd name="connsiteX4-321" fmla="*/ 138416 w 352425"/>
              <a:gd name="connsiteY4-322" fmla="*/ 247653 h 352425"/>
              <a:gd name="connsiteX5-323" fmla="*/ 314342 w 352425"/>
              <a:gd name="connsiteY5-324" fmla="*/ 247653 h 352425"/>
              <a:gd name="connsiteX6-325" fmla="*/ 352425 w 352425"/>
              <a:gd name="connsiteY6-326" fmla="*/ 285734 h 352425"/>
              <a:gd name="connsiteX7-327" fmla="*/ 352425 w 352425"/>
              <a:gd name="connsiteY7-328" fmla="*/ 314327 h 352425"/>
              <a:gd name="connsiteX8-329" fmla="*/ 314323 w 352425"/>
              <a:gd name="connsiteY8-330" fmla="*/ 352425 h 352425"/>
              <a:gd name="connsiteX9-331" fmla="*/ 38109 w 352425"/>
              <a:gd name="connsiteY9-332" fmla="*/ 352425 h 352425"/>
              <a:gd name="connsiteX10-333" fmla="*/ 0 w 352425"/>
              <a:gd name="connsiteY10-334" fmla="*/ 314316 h 352425"/>
              <a:gd name="connsiteX11-335" fmla="*/ 0 w 352425"/>
              <a:gd name="connsiteY11-336" fmla="*/ 38113 h 352425"/>
              <a:gd name="connsiteX12-337" fmla="*/ 38113 w 352425"/>
              <a:gd name="connsiteY12-338" fmla="*/ 0 h 352425"/>
              <a:gd name="connsiteX0-339" fmla="*/ 38113 w 352425"/>
              <a:gd name="connsiteY0-340" fmla="*/ 0 h 352425"/>
              <a:gd name="connsiteX1-341" fmla="*/ 62232 w 352425"/>
              <a:gd name="connsiteY1-342" fmla="*/ 0 h 352425"/>
              <a:gd name="connsiteX2-343" fmla="*/ 100328 w 352425"/>
              <a:gd name="connsiteY2-344" fmla="*/ 38098 h 352425"/>
              <a:gd name="connsiteX3-345" fmla="*/ 100328 w 352425"/>
              <a:gd name="connsiteY3-346" fmla="*/ 209562 h 352425"/>
              <a:gd name="connsiteX4-347" fmla="*/ 138416 w 352425"/>
              <a:gd name="connsiteY4-348" fmla="*/ 247653 h 352425"/>
              <a:gd name="connsiteX5-349" fmla="*/ 314342 w 352425"/>
              <a:gd name="connsiteY5-350" fmla="*/ 247653 h 352425"/>
              <a:gd name="connsiteX6-351" fmla="*/ 352425 w 352425"/>
              <a:gd name="connsiteY6-352" fmla="*/ 285734 h 352425"/>
              <a:gd name="connsiteX7-353" fmla="*/ 352425 w 352425"/>
              <a:gd name="connsiteY7-354" fmla="*/ 314327 h 352425"/>
              <a:gd name="connsiteX8-355" fmla="*/ 314323 w 352425"/>
              <a:gd name="connsiteY8-356" fmla="*/ 352425 h 352425"/>
              <a:gd name="connsiteX9-357" fmla="*/ 38109 w 352425"/>
              <a:gd name="connsiteY9-358" fmla="*/ 352425 h 352425"/>
              <a:gd name="connsiteX10-359" fmla="*/ 0 w 352425"/>
              <a:gd name="connsiteY10-360" fmla="*/ 314316 h 352425"/>
              <a:gd name="connsiteX11-361" fmla="*/ 0 w 352425"/>
              <a:gd name="connsiteY11-362" fmla="*/ 38113 h 352425"/>
              <a:gd name="connsiteX12-363" fmla="*/ 38113 w 352425"/>
              <a:gd name="connsiteY12-364" fmla="*/ 0 h 352425"/>
              <a:gd name="connsiteX0-365" fmla="*/ 38113 w 352425"/>
              <a:gd name="connsiteY0-366" fmla="*/ 0 h 352425"/>
              <a:gd name="connsiteX1-367" fmla="*/ 62232 w 352425"/>
              <a:gd name="connsiteY1-368" fmla="*/ 0 h 352425"/>
              <a:gd name="connsiteX2-369" fmla="*/ 100328 w 352425"/>
              <a:gd name="connsiteY2-370" fmla="*/ 38098 h 352425"/>
              <a:gd name="connsiteX3-371" fmla="*/ 100328 w 352425"/>
              <a:gd name="connsiteY3-372" fmla="*/ 209562 h 352425"/>
              <a:gd name="connsiteX4-373" fmla="*/ 138416 w 352425"/>
              <a:gd name="connsiteY4-374" fmla="*/ 247653 h 352425"/>
              <a:gd name="connsiteX5-375" fmla="*/ 314342 w 352425"/>
              <a:gd name="connsiteY5-376" fmla="*/ 247653 h 352425"/>
              <a:gd name="connsiteX6-377" fmla="*/ 352425 w 352425"/>
              <a:gd name="connsiteY6-378" fmla="*/ 285734 h 352425"/>
              <a:gd name="connsiteX7-379" fmla="*/ 352425 w 352425"/>
              <a:gd name="connsiteY7-380" fmla="*/ 314327 h 352425"/>
              <a:gd name="connsiteX8-381" fmla="*/ 314323 w 352425"/>
              <a:gd name="connsiteY8-382" fmla="*/ 352425 h 352425"/>
              <a:gd name="connsiteX9-383" fmla="*/ 38109 w 352425"/>
              <a:gd name="connsiteY9-384" fmla="*/ 352425 h 352425"/>
              <a:gd name="connsiteX10-385" fmla="*/ 0 w 352425"/>
              <a:gd name="connsiteY10-386" fmla="*/ 314316 h 352425"/>
              <a:gd name="connsiteX11-387" fmla="*/ 0 w 352425"/>
              <a:gd name="connsiteY11-388" fmla="*/ 38113 h 352425"/>
              <a:gd name="connsiteX12-389" fmla="*/ 38113 w 352425"/>
              <a:gd name="connsiteY12-390" fmla="*/ 0 h 352425"/>
              <a:gd name="connsiteX0-391" fmla="*/ 38113 w 352425"/>
              <a:gd name="connsiteY0-392" fmla="*/ 0 h 352425"/>
              <a:gd name="connsiteX1-393" fmla="*/ 62232 w 352425"/>
              <a:gd name="connsiteY1-394" fmla="*/ 0 h 352425"/>
              <a:gd name="connsiteX2-395" fmla="*/ 100328 w 352425"/>
              <a:gd name="connsiteY2-396" fmla="*/ 38098 h 352425"/>
              <a:gd name="connsiteX3-397" fmla="*/ 100328 w 352425"/>
              <a:gd name="connsiteY3-398" fmla="*/ 209562 h 352425"/>
              <a:gd name="connsiteX4-399" fmla="*/ 138416 w 352425"/>
              <a:gd name="connsiteY4-400" fmla="*/ 247653 h 352425"/>
              <a:gd name="connsiteX5-401" fmla="*/ 314342 w 352425"/>
              <a:gd name="connsiteY5-402" fmla="*/ 247653 h 352425"/>
              <a:gd name="connsiteX6-403" fmla="*/ 352425 w 352425"/>
              <a:gd name="connsiteY6-404" fmla="*/ 285734 h 352425"/>
              <a:gd name="connsiteX7-405" fmla="*/ 352425 w 352425"/>
              <a:gd name="connsiteY7-406" fmla="*/ 314327 h 352425"/>
              <a:gd name="connsiteX8-407" fmla="*/ 314323 w 352425"/>
              <a:gd name="connsiteY8-408" fmla="*/ 352425 h 352425"/>
              <a:gd name="connsiteX9-409" fmla="*/ 38109 w 352425"/>
              <a:gd name="connsiteY9-410" fmla="*/ 352425 h 352425"/>
              <a:gd name="connsiteX10-411" fmla="*/ 0 w 352425"/>
              <a:gd name="connsiteY10-412" fmla="*/ 314316 h 352425"/>
              <a:gd name="connsiteX11-413" fmla="*/ 0 w 352425"/>
              <a:gd name="connsiteY11-414" fmla="*/ 38113 h 352425"/>
              <a:gd name="connsiteX12-415" fmla="*/ 38113 w 352425"/>
              <a:gd name="connsiteY12-416" fmla="*/ 0 h 352425"/>
              <a:gd name="connsiteX0-417" fmla="*/ 38113 w 352425"/>
              <a:gd name="connsiteY0-418" fmla="*/ 0 h 352425"/>
              <a:gd name="connsiteX1-419" fmla="*/ 62232 w 352425"/>
              <a:gd name="connsiteY1-420" fmla="*/ 0 h 352425"/>
              <a:gd name="connsiteX2-421" fmla="*/ 100328 w 352425"/>
              <a:gd name="connsiteY2-422" fmla="*/ 38098 h 352425"/>
              <a:gd name="connsiteX3-423" fmla="*/ 100328 w 352425"/>
              <a:gd name="connsiteY3-424" fmla="*/ 209562 h 352425"/>
              <a:gd name="connsiteX4-425" fmla="*/ 138416 w 352425"/>
              <a:gd name="connsiteY4-426" fmla="*/ 247653 h 352425"/>
              <a:gd name="connsiteX5-427" fmla="*/ 314342 w 352425"/>
              <a:gd name="connsiteY5-428" fmla="*/ 247653 h 352425"/>
              <a:gd name="connsiteX6-429" fmla="*/ 352425 w 352425"/>
              <a:gd name="connsiteY6-430" fmla="*/ 285734 h 352425"/>
              <a:gd name="connsiteX7-431" fmla="*/ 352425 w 352425"/>
              <a:gd name="connsiteY7-432" fmla="*/ 314327 h 352425"/>
              <a:gd name="connsiteX8-433" fmla="*/ 314323 w 352425"/>
              <a:gd name="connsiteY8-434" fmla="*/ 352425 h 352425"/>
              <a:gd name="connsiteX9-435" fmla="*/ 38109 w 352425"/>
              <a:gd name="connsiteY9-436" fmla="*/ 352425 h 352425"/>
              <a:gd name="connsiteX10-437" fmla="*/ 0 w 352425"/>
              <a:gd name="connsiteY10-438" fmla="*/ 314316 h 352425"/>
              <a:gd name="connsiteX11-439" fmla="*/ 0 w 352425"/>
              <a:gd name="connsiteY11-440" fmla="*/ 38113 h 352425"/>
              <a:gd name="connsiteX12-441" fmla="*/ 38113 w 352425"/>
              <a:gd name="connsiteY12-442" fmla="*/ 0 h 352425"/>
              <a:gd name="connsiteX0-443" fmla="*/ 38113 w 352425"/>
              <a:gd name="connsiteY0-444" fmla="*/ 0 h 352425"/>
              <a:gd name="connsiteX1-445" fmla="*/ 62232 w 352425"/>
              <a:gd name="connsiteY1-446" fmla="*/ 0 h 352425"/>
              <a:gd name="connsiteX2-447" fmla="*/ 100328 w 352425"/>
              <a:gd name="connsiteY2-448" fmla="*/ 38098 h 352425"/>
              <a:gd name="connsiteX3-449" fmla="*/ 100328 w 352425"/>
              <a:gd name="connsiteY3-450" fmla="*/ 209562 h 352425"/>
              <a:gd name="connsiteX4-451" fmla="*/ 138416 w 352425"/>
              <a:gd name="connsiteY4-452" fmla="*/ 247653 h 352425"/>
              <a:gd name="connsiteX5-453" fmla="*/ 314342 w 352425"/>
              <a:gd name="connsiteY5-454" fmla="*/ 247653 h 352425"/>
              <a:gd name="connsiteX6-455" fmla="*/ 352425 w 352425"/>
              <a:gd name="connsiteY6-456" fmla="*/ 285734 h 352425"/>
              <a:gd name="connsiteX7-457" fmla="*/ 352425 w 352425"/>
              <a:gd name="connsiteY7-458" fmla="*/ 314327 h 352425"/>
              <a:gd name="connsiteX8-459" fmla="*/ 314323 w 352425"/>
              <a:gd name="connsiteY8-460" fmla="*/ 352425 h 352425"/>
              <a:gd name="connsiteX9-461" fmla="*/ 38109 w 352425"/>
              <a:gd name="connsiteY9-462" fmla="*/ 352425 h 352425"/>
              <a:gd name="connsiteX10-463" fmla="*/ 0 w 352425"/>
              <a:gd name="connsiteY10-464" fmla="*/ 314316 h 352425"/>
              <a:gd name="connsiteX11-465" fmla="*/ 0 w 352425"/>
              <a:gd name="connsiteY11-466" fmla="*/ 38113 h 352425"/>
              <a:gd name="connsiteX12-467" fmla="*/ 38113 w 352425"/>
              <a:gd name="connsiteY12-468" fmla="*/ 0 h 352425"/>
              <a:gd name="connsiteX0-469" fmla="*/ 38113 w 352425"/>
              <a:gd name="connsiteY0-470" fmla="*/ 0 h 352425"/>
              <a:gd name="connsiteX1-471" fmla="*/ 62232 w 352425"/>
              <a:gd name="connsiteY1-472" fmla="*/ 0 h 352425"/>
              <a:gd name="connsiteX2-473" fmla="*/ 100328 w 352425"/>
              <a:gd name="connsiteY2-474" fmla="*/ 38098 h 352425"/>
              <a:gd name="connsiteX3-475" fmla="*/ 100328 w 352425"/>
              <a:gd name="connsiteY3-476" fmla="*/ 209562 h 352425"/>
              <a:gd name="connsiteX4-477" fmla="*/ 138416 w 352425"/>
              <a:gd name="connsiteY4-478" fmla="*/ 247653 h 352425"/>
              <a:gd name="connsiteX5-479" fmla="*/ 314342 w 352425"/>
              <a:gd name="connsiteY5-480" fmla="*/ 247653 h 352425"/>
              <a:gd name="connsiteX6-481" fmla="*/ 352425 w 352425"/>
              <a:gd name="connsiteY6-482" fmla="*/ 285734 h 352425"/>
              <a:gd name="connsiteX7-483" fmla="*/ 352425 w 352425"/>
              <a:gd name="connsiteY7-484" fmla="*/ 314327 h 352425"/>
              <a:gd name="connsiteX8-485" fmla="*/ 314323 w 352425"/>
              <a:gd name="connsiteY8-486" fmla="*/ 352425 h 352425"/>
              <a:gd name="connsiteX9-487" fmla="*/ 38109 w 352425"/>
              <a:gd name="connsiteY9-488" fmla="*/ 352425 h 352425"/>
              <a:gd name="connsiteX10-489" fmla="*/ 0 w 352425"/>
              <a:gd name="connsiteY10-490" fmla="*/ 314316 h 352425"/>
              <a:gd name="connsiteX11-491" fmla="*/ 0 w 352425"/>
              <a:gd name="connsiteY11-492" fmla="*/ 38113 h 352425"/>
              <a:gd name="connsiteX12-493" fmla="*/ 38113 w 352425"/>
              <a:gd name="connsiteY12-494" fmla="*/ 0 h 352425"/>
              <a:gd name="connsiteX0-495" fmla="*/ 38113 w 352425"/>
              <a:gd name="connsiteY0-496" fmla="*/ 0 h 352425"/>
              <a:gd name="connsiteX1-497" fmla="*/ 62232 w 352425"/>
              <a:gd name="connsiteY1-498" fmla="*/ 0 h 352425"/>
              <a:gd name="connsiteX2-499" fmla="*/ 100328 w 352425"/>
              <a:gd name="connsiteY2-500" fmla="*/ 38098 h 352425"/>
              <a:gd name="connsiteX3-501" fmla="*/ 100328 w 352425"/>
              <a:gd name="connsiteY3-502" fmla="*/ 209562 h 352425"/>
              <a:gd name="connsiteX4-503" fmla="*/ 138416 w 352425"/>
              <a:gd name="connsiteY4-504" fmla="*/ 247653 h 352425"/>
              <a:gd name="connsiteX5-505" fmla="*/ 314342 w 352425"/>
              <a:gd name="connsiteY5-506" fmla="*/ 247653 h 352425"/>
              <a:gd name="connsiteX6-507" fmla="*/ 352425 w 352425"/>
              <a:gd name="connsiteY6-508" fmla="*/ 285734 h 352425"/>
              <a:gd name="connsiteX7-509" fmla="*/ 352425 w 352425"/>
              <a:gd name="connsiteY7-510" fmla="*/ 314327 h 352425"/>
              <a:gd name="connsiteX8-511" fmla="*/ 314323 w 352425"/>
              <a:gd name="connsiteY8-512" fmla="*/ 352425 h 352425"/>
              <a:gd name="connsiteX9-513" fmla="*/ 38109 w 352425"/>
              <a:gd name="connsiteY9-514" fmla="*/ 352425 h 352425"/>
              <a:gd name="connsiteX10-515" fmla="*/ 0 w 352425"/>
              <a:gd name="connsiteY10-516" fmla="*/ 314316 h 352425"/>
              <a:gd name="connsiteX11-517" fmla="*/ 0 w 352425"/>
              <a:gd name="connsiteY11-518" fmla="*/ 38113 h 352425"/>
              <a:gd name="connsiteX12-519" fmla="*/ 38113 w 352425"/>
              <a:gd name="connsiteY12-520" fmla="*/ 0 h 352425"/>
              <a:gd name="connsiteX0-521" fmla="*/ 38113 w 352425"/>
              <a:gd name="connsiteY0-522" fmla="*/ 0 h 352425"/>
              <a:gd name="connsiteX1-523" fmla="*/ 62232 w 352425"/>
              <a:gd name="connsiteY1-524" fmla="*/ 0 h 352425"/>
              <a:gd name="connsiteX2-525" fmla="*/ 100328 w 352425"/>
              <a:gd name="connsiteY2-526" fmla="*/ 38098 h 352425"/>
              <a:gd name="connsiteX3-527" fmla="*/ 100328 w 352425"/>
              <a:gd name="connsiteY3-528" fmla="*/ 209562 h 352425"/>
              <a:gd name="connsiteX4-529" fmla="*/ 138416 w 352425"/>
              <a:gd name="connsiteY4-530" fmla="*/ 247653 h 352425"/>
              <a:gd name="connsiteX5-531" fmla="*/ 314342 w 352425"/>
              <a:gd name="connsiteY5-532" fmla="*/ 247653 h 352425"/>
              <a:gd name="connsiteX6-533" fmla="*/ 352425 w 352425"/>
              <a:gd name="connsiteY6-534" fmla="*/ 285734 h 352425"/>
              <a:gd name="connsiteX7-535" fmla="*/ 352425 w 352425"/>
              <a:gd name="connsiteY7-536" fmla="*/ 314327 h 352425"/>
              <a:gd name="connsiteX8-537" fmla="*/ 314323 w 352425"/>
              <a:gd name="connsiteY8-538" fmla="*/ 352425 h 352425"/>
              <a:gd name="connsiteX9-539" fmla="*/ 38109 w 352425"/>
              <a:gd name="connsiteY9-540" fmla="*/ 352425 h 352425"/>
              <a:gd name="connsiteX10-541" fmla="*/ 0 w 352425"/>
              <a:gd name="connsiteY10-542" fmla="*/ 314316 h 352425"/>
              <a:gd name="connsiteX11-543" fmla="*/ 0 w 352425"/>
              <a:gd name="connsiteY11-544" fmla="*/ 38113 h 352425"/>
              <a:gd name="connsiteX12-545" fmla="*/ 38113 w 352425"/>
              <a:gd name="connsiteY12-546" fmla="*/ 0 h 352425"/>
              <a:gd name="connsiteX0-547" fmla="*/ 38113 w 352425"/>
              <a:gd name="connsiteY0-548" fmla="*/ 0 h 352425"/>
              <a:gd name="connsiteX1-549" fmla="*/ 62232 w 352425"/>
              <a:gd name="connsiteY1-550" fmla="*/ 0 h 352425"/>
              <a:gd name="connsiteX2-551" fmla="*/ 100328 w 352425"/>
              <a:gd name="connsiteY2-552" fmla="*/ 38098 h 352425"/>
              <a:gd name="connsiteX3-553" fmla="*/ 100328 w 352425"/>
              <a:gd name="connsiteY3-554" fmla="*/ 209562 h 352425"/>
              <a:gd name="connsiteX4-555" fmla="*/ 138416 w 352425"/>
              <a:gd name="connsiteY4-556" fmla="*/ 247653 h 352425"/>
              <a:gd name="connsiteX5-557" fmla="*/ 314342 w 352425"/>
              <a:gd name="connsiteY5-558" fmla="*/ 247653 h 352425"/>
              <a:gd name="connsiteX6-559" fmla="*/ 352425 w 352425"/>
              <a:gd name="connsiteY6-560" fmla="*/ 285734 h 352425"/>
              <a:gd name="connsiteX7-561" fmla="*/ 352425 w 352425"/>
              <a:gd name="connsiteY7-562" fmla="*/ 314327 h 352425"/>
              <a:gd name="connsiteX8-563" fmla="*/ 314323 w 352425"/>
              <a:gd name="connsiteY8-564" fmla="*/ 352425 h 352425"/>
              <a:gd name="connsiteX9-565" fmla="*/ 38109 w 352425"/>
              <a:gd name="connsiteY9-566" fmla="*/ 352425 h 352425"/>
              <a:gd name="connsiteX10-567" fmla="*/ 0 w 352425"/>
              <a:gd name="connsiteY10-568" fmla="*/ 314316 h 352425"/>
              <a:gd name="connsiteX11-569" fmla="*/ 0 w 352425"/>
              <a:gd name="connsiteY11-570" fmla="*/ 38113 h 352425"/>
              <a:gd name="connsiteX12-571" fmla="*/ 38113 w 352425"/>
              <a:gd name="connsiteY12-572" fmla="*/ 0 h 3524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</a:cxnLst>
            <a:rect l="l" t="t" r="r" b="b"/>
            <a:pathLst>
              <a:path w="352425" h="352425">
                <a:moveTo>
                  <a:pt x="38113" y="0"/>
                </a:moveTo>
                <a:cubicBezTo>
                  <a:pt x="38113" y="0"/>
                  <a:pt x="62233" y="1"/>
                  <a:pt x="62232" y="0"/>
                </a:cubicBezTo>
                <a:cubicBezTo>
                  <a:pt x="84551" y="1"/>
                  <a:pt x="100329" y="15781"/>
                  <a:pt x="100328" y="38098"/>
                </a:cubicBezTo>
                <a:cubicBezTo>
                  <a:pt x="100329" y="38099"/>
                  <a:pt x="100329" y="209563"/>
                  <a:pt x="100328" y="209562"/>
                </a:cubicBezTo>
                <a:cubicBezTo>
                  <a:pt x="100329" y="231876"/>
                  <a:pt x="116104" y="247654"/>
                  <a:pt x="138416" y="247653"/>
                </a:cubicBezTo>
                <a:cubicBezTo>
                  <a:pt x="138417" y="247654"/>
                  <a:pt x="314343" y="247654"/>
                  <a:pt x="314342" y="247653"/>
                </a:cubicBezTo>
                <a:cubicBezTo>
                  <a:pt x="336652" y="247654"/>
                  <a:pt x="352426" y="263426"/>
                  <a:pt x="352425" y="285734"/>
                </a:cubicBezTo>
                <a:cubicBezTo>
                  <a:pt x="352426" y="285735"/>
                  <a:pt x="352426" y="314328"/>
                  <a:pt x="352425" y="314327"/>
                </a:cubicBezTo>
                <a:cubicBezTo>
                  <a:pt x="352426" y="336646"/>
                  <a:pt x="336644" y="352426"/>
                  <a:pt x="314323" y="352425"/>
                </a:cubicBezTo>
                <a:cubicBezTo>
                  <a:pt x="314324" y="352426"/>
                  <a:pt x="38110" y="352426"/>
                  <a:pt x="38109" y="352425"/>
                </a:cubicBezTo>
                <a:cubicBezTo>
                  <a:pt x="15787" y="352426"/>
                  <a:pt x="1" y="336640"/>
                  <a:pt x="0" y="314316"/>
                </a:cubicBezTo>
                <a:cubicBezTo>
                  <a:pt x="1" y="314317"/>
                  <a:pt x="1" y="38114"/>
                  <a:pt x="0" y="38113"/>
                </a:cubicBezTo>
                <a:cubicBezTo>
                  <a:pt x="1" y="15790"/>
                  <a:pt x="15788" y="0"/>
                  <a:pt x="38113" y="0"/>
                </a:cubicBezTo>
                <a:close/>
              </a:path>
            </a:pathLst>
          </a:custGeom>
          <a:gradFill>
            <a:gsLst>
              <a:gs pos="88000">
                <a:schemeClr val="accent1"/>
              </a:gs>
              <a:gs pos="0">
                <a:schemeClr val="accent1">
                  <a:lumMod val="25000"/>
                  <a:lumOff val="75000"/>
                </a:schemeClr>
              </a:gs>
            </a:gsLst>
            <a:lin ang="8100000" scaled="1"/>
          </a:gradFill>
          <a:ln>
            <a:noFill/>
          </a:ln>
          <a:effectLst>
            <a:outerShdw blurRad="101600" dist="38100" dir="18900000" algn="bl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14"/>
          <p:cNvSpPr/>
          <p:nvPr>
            <p:custDataLst>
              <p:tags r:id="rId4"/>
            </p:custDataLst>
          </p:nvPr>
        </p:nvSpPr>
        <p:spPr>
          <a:xfrm rot="5400000">
            <a:off x="650074" y="1393292"/>
            <a:ext cx="352425" cy="352425"/>
          </a:xfrm>
          <a:custGeom>
            <a:avLst/>
            <a:gdLst>
              <a:gd name="connsiteX0" fmla="*/ 38113 w 352425"/>
              <a:gd name="connsiteY0" fmla="*/ 0 h 352425"/>
              <a:gd name="connsiteX1" fmla="*/ 62232 w 352425"/>
              <a:gd name="connsiteY1" fmla="*/ 0 h 352425"/>
              <a:gd name="connsiteX2" fmla="*/ 100328 w 352425"/>
              <a:gd name="connsiteY2" fmla="*/ 38098 h 352425"/>
              <a:gd name="connsiteX3" fmla="*/ 100328 w 352425"/>
              <a:gd name="connsiteY3" fmla="*/ 209562 h 352425"/>
              <a:gd name="connsiteX4" fmla="*/ 138416 w 352425"/>
              <a:gd name="connsiteY4" fmla="*/ 247653 h 352425"/>
              <a:gd name="connsiteX5" fmla="*/ 314342 w 352425"/>
              <a:gd name="connsiteY5" fmla="*/ 247653 h 352425"/>
              <a:gd name="connsiteX6" fmla="*/ 352425 w 352425"/>
              <a:gd name="connsiteY6" fmla="*/ 285734 h 352425"/>
              <a:gd name="connsiteX7" fmla="*/ 352425 w 352425"/>
              <a:gd name="connsiteY7" fmla="*/ 314327 h 352425"/>
              <a:gd name="connsiteX8" fmla="*/ 314323 w 352425"/>
              <a:gd name="connsiteY8" fmla="*/ 352425 h 352425"/>
              <a:gd name="connsiteX9" fmla="*/ 38109 w 352425"/>
              <a:gd name="connsiteY9" fmla="*/ 352425 h 352425"/>
              <a:gd name="connsiteX10" fmla="*/ 0 w 352425"/>
              <a:gd name="connsiteY10" fmla="*/ 314316 h 352425"/>
              <a:gd name="connsiteX11" fmla="*/ 0 w 352425"/>
              <a:gd name="connsiteY11" fmla="*/ 38113 h 352425"/>
              <a:gd name="connsiteX12" fmla="*/ 38113 w 352425"/>
              <a:gd name="connsiteY12" fmla="*/ 0 h 352425"/>
              <a:gd name="connsiteX0-1" fmla="*/ 38113 w 352425"/>
              <a:gd name="connsiteY0-2" fmla="*/ 0 h 352425"/>
              <a:gd name="connsiteX1-3" fmla="*/ 62232 w 352425"/>
              <a:gd name="connsiteY1-4" fmla="*/ 0 h 352425"/>
              <a:gd name="connsiteX2-5" fmla="*/ 100328 w 352425"/>
              <a:gd name="connsiteY2-6" fmla="*/ 38098 h 352425"/>
              <a:gd name="connsiteX3-7" fmla="*/ 100328 w 352425"/>
              <a:gd name="connsiteY3-8" fmla="*/ 209562 h 352425"/>
              <a:gd name="connsiteX4-9" fmla="*/ 138416 w 352425"/>
              <a:gd name="connsiteY4-10" fmla="*/ 247653 h 352425"/>
              <a:gd name="connsiteX5-11" fmla="*/ 314342 w 352425"/>
              <a:gd name="connsiteY5-12" fmla="*/ 247653 h 352425"/>
              <a:gd name="connsiteX6-13" fmla="*/ 352425 w 352425"/>
              <a:gd name="connsiteY6-14" fmla="*/ 285734 h 352425"/>
              <a:gd name="connsiteX7-15" fmla="*/ 352425 w 352425"/>
              <a:gd name="connsiteY7-16" fmla="*/ 314327 h 352425"/>
              <a:gd name="connsiteX8-17" fmla="*/ 314323 w 352425"/>
              <a:gd name="connsiteY8-18" fmla="*/ 352425 h 352425"/>
              <a:gd name="connsiteX9-19" fmla="*/ 38109 w 352425"/>
              <a:gd name="connsiteY9-20" fmla="*/ 352425 h 352425"/>
              <a:gd name="connsiteX10-21" fmla="*/ 0 w 352425"/>
              <a:gd name="connsiteY10-22" fmla="*/ 314316 h 352425"/>
              <a:gd name="connsiteX11-23" fmla="*/ 0 w 352425"/>
              <a:gd name="connsiteY11-24" fmla="*/ 38113 h 352425"/>
              <a:gd name="connsiteX12-25" fmla="*/ 38113 w 352425"/>
              <a:gd name="connsiteY12-26" fmla="*/ 0 h 352425"/>
              <a:gd name="connsiteX0-27" fmla="*/ 38113 w 352425"/>
              <a:gd name="connsiteY0-28" fmla="*/ 0 h 352425"/>
              <a:gd name="connsiteX1-29" fmla="*/ 62232 w 352425"/>
              <a:gd name="connsiteY1-30" fmla="*/ 0 h 352425"/>
              <a:gd name="connsiteX2-31" fmla="*/ 100328 w 352425"/>
              <a:gd name="connsiteY2-32" fmla="*/ 38098 h 352425"/>
              <a:gd name="connsiteX3-33" fmla="*/ 100328 w 352425"/>
              <a:gd name="connsiteY3-34" fmla="*/ 209562 h 352425"/>
              <a:gd name="connsiteX4-35" fmla="*/ 138416 w 352425"/>
              <a:gd name="connsiteY4-36" fmla="*/ 247653 h 352425"/>
              <a:gd name="connsiteX5-37" fmla="*/ 314342 w 352425"/>
              <a:gd name="connsiteY5-38" fmla="*/ 247653 h 352425"/>
              <a:gd name="connsiteX6-39" fmla="*/ 352425 w 352425"/>
              <a:gd name="connsiteY6-40" fmla="*/ 285734 h 352425"/>
              <a:gd name="connsiteX7-41" fmla="*/ 352425 w 352425"/>
              <a:gd name="connsiteY7-42" fmla="*/ 314327 h 352425"/>
              <a:gd name="connsiteX8-43" fmla="*/ 314323 w 352425"/>
              <a:gd name="connsiteY8-44" fmla="*/ 352425 h 352425"/>
              <a:gd name="connsiteX9-45" fmla="*/ 38109 w 352425"/>
              <a:gd name="connsiteY9-46" fmla="*/ 352425 h 352425"/>
              <a:gd name="connsiteX10-47" fmla="*/ 0 w 352425"/>
              <a:gd name="connsiteY10-48" fmla="*/ 314316 h 352425"/>
              <a:gd name="connsiteX11-49" fmla="*/ 0 w 352425"/>
              <a:gd name="connsiteY11-50" fmla="*/ 38113 h 352425"/>
              <a:gd name="connsiteX12-51" fmla="*/ 38113 w 352425"/>
              <a:gd name="connsiteY12-52" fmla="*/ 0 h 352425"/>
              <a:gd name="connsiteX0-53" fmla="*/ 38113 w 352425"/>
              <a:gd name="connsiteY0-54" fmla="*/ 0 h 352425"/>
              <a:gd name="connsiteX1-55" fmla="*/ 62232 w 352425"/>
              <a:gd name="connsiteY1-56" fmla="*/ 0 h 352425"/>
              <a:gd name="connsiteX2-57" fmla="*/ 100328 w 352425"/>
              <a:gd name="connsiteY2-58" fmla="*/ 38098 h 352425"/>
              <a:gd name="connsiteX3-59" fmla="*/ 100328 w 352425"/>
              <a:gd name="connsiteY3-60" fmla="*/ 209562 h 352425"/>
              <a:gd name="connsiteX4-61" fmla="*/ 138416 w 352425"/>
              <a:gd name="connsiteY4-62" fmla="*/ 247653 h 352425"/>
              <a:gd name="connsiteX5-63" fmla="*/ 314342 w 352425"/>
              <a:gd name="connsiteY5-64" fmla="*/ 247653 h 352425"/>
              <a:gd name="connsiteX6-65" fmla="*/ 352425 w 352425"/>
              <a:gd name="connsiteY6-66" fmla="*/ 285734 h 352425"/>
              <a:gd name="connsiteX7-67" fmla="*/ 352425 w 352425"/>
              <a:gd name="connsiteY7-68" fmla="*/ 314327 h 352425"/>
              <a:gd name="connsiteX8-69" fmla="*/ 314323 w 352425"/>
              <a:gd name="connsiteY8-70" fmla="*/ 352425 h 352425"/>
              <a:gd name="connsiteX9-71" fmla="*/ 38109 w 352425"/>
              <a:gd name="connsiteY9-72" fmla="*/ 352425 h 352425"/>
              <a:gd name="connsiteX10-73" fmla="*/ 0 w 352425"/>
              <a:gd name="connsiteY10-74" fmla="*/ 314316 h 352425"/>
              <a:gd name="connsiteX11-75" fmla="*/ 0 w 352425"/>
              <a:gd name="connsiteY11-76" fmla="*/ 38113 h 352425"/>
              <a:gd name="connsiteX12-77" fmla="*/ 38113 w 352425"/>
              <a:gd name="connsiteY12-78" fmla="*/ 0 h 352425"/>
              <a:gd name="connsiteX0-79" fmla="*/ 38113 w 352425"/>
              <a:gd name="connsiteY0-80" fmla="*/ 0 h 352425"/>
              <a:gd name="connsiteX1-81" fmla="*/ 62232 w 352425"/>
              <a:gd name="connsiteY1-82" fmla="*/ 0 h 352425"/>
              <a:gd name="connsiteX2-83" fmla="*/ 100328 w 352425"/>
              <a:gd name="connsiteY2-84" fmla="*/ 38098 h 352425"/>
              <a:gd name="connsiteX3-85" fmla="*/ 100328 w 352425"/>
              <a:gd name="connsiteY3-86" fmla="*/ 209562 h 352425"/>
              <a:gd name="connsiteX4-87" fmla="*/ 138416 w 352425"/>
              <a:gd name="connsiteY4-88" fmla="*/ 247653 h 352425"/>
              <a:gd name="connsiteX5-89" fmla="*/ 314342 w 352425"/>
              <a:gd name="connsiteY5-90" fmla="*/ 247653 h 352425"/>
              <a:gd name="connsiteX6-91" fmla="*/ 352425 w 352425"/>
              <a:gd name="connsiteY6-92" fmla="*/ 285734 h 352425"/>
              <a:gd name="connsiteX7-93" fmla="*/ 352425 w 352425"/>
              <a:gd name="connsiteY7-94" fmla="*/ 314327 h 352425"/>
              <a:gd name="connsiteX8-95" fmla="*/ 314323 w 352425"/>
              <a:gd name="connsiteY8-96" fmla="*/ 352425 h 352425"/>
              <a:gd name="connsiteX9-97" fmla="*/ 38109 w 352425"/>
              <a:gd name="connsiteY9-98" fmla="*/ 352425 h 352425"/>
              <a:gd name="connsiteX10-99" fmla="*/ 0 w 352425"/>
              <a:gd name="connsiteY10-100" fmla="*/ 314316 h 352425"/>
              <a:gd name="connsiteX11-101" fmla="*/ 0 w 352425"/>
              <a:gd name="connsiteY11-102" fmla="*/ 38113 h 352425"/>
              <a:gd name="connsiteX12-103" fmla="*/ 38113 w 352425"/>
              <a:gd name="connsiteY12-104" fmla="*/ 0 h 352425"/>
              <a:gd name="connsiteX0-105" fmla="*/ 38113 w 352425"/>
              <a:gd name="connsiteY0-106" fmla="*/ 0 h 352425"/>
              <a:gd name="connsiteX1-107" fmla="*/ 62232 w 352425"/>
              <a:gd name="connsiteY1-108" fmla="*/ 0 h 352425"/>
              <a:gd name="connsiteX2-109" fmla="*/ 100328 w 352425"/>
              <a:gd name="connsiteY2-110" fmla="*/ 38098 h 352425"/>
              <a:gd name="connsiteX3-111" fmla="*/ 100328 w 352425"/>
              <a:gd name="connsiteY3-112" fmla="*/ 209562 h 352425"/>
              <a:gd name="connsiteX4-113" fmla="*/ 138416 w 352425"/>
              <a:gd name="connsiteY4-114" fmla="*/ 247653 h 352425"/>
              <a:gd name="connsiteX5-115" fmla="*/ 314342 w 352425"/>
              <a:gd name="connsiteY5-116" fmla="*/ 247653 h 352425"/>
              <a:gd name="connsiteX6-117" fmla="*/ 352425 w 352425"/>
              <a:gd name="connsiteY6-118" fmla="*/ 285734 h 352425"/>
              <a:gd name="connsiteX7-119" fmla="*/ 352425 w 352425"/>
              <a:gd name="connsiteY7-120" fmla="*/ 314327 h 352425"/>
              <a:gd name="connsiteX8-121" fmla="*/ 314323 w 352425"/>
              <a:gd name="connsiteY8-122" fmla="*/ 352425 h 352425"/>
              <a:gd name="connsiteX9-123" fmla="*/ 38109 w 352425"/>
              <a:gd name="connsiteY9-124" fmla="*/ 352425 h 352425"/>
              <a:gd name="connsiteX10-125" fmla="*/ 0 w 352425"/>
              <a:gd name="connsiteY10-126" fmla="*/ 314316 h 352425"/>
              <a:gd name="connsiteX11-127" fmla="*/ 0 w 352425"/>
              <a:gd name="connsiteY11-128" fmla="*/ 38113 h 352425"/>
              <a:gd name="connsiteX12-129" fmla="*/ 38113 w 352425"/>
              <a:gd name="connsiteY12-130" fmla="*/ 0 h 352425"/>
              <a:gd name="connsiteX0-131" fmla="*/ 38113 w 352425"/>
              <a:gd name="connsiteY0-132" fmla="*/ 0 h 352425"/>
              <a:gd name="connsiteX1-133" fmla="*/ 62232 w 352425"/>
              <a:gd name="connsiteY1-134" fmla="*/ 0 h 352425"/>
              <a:gd name="connsiteX2-135" fmla="*/ 100328 w 352425"/>
              <a:gd name="connsiteY2-136" fmla="*/ 38098 h 352425"/>
              <a:gd name="connsiteX3-137" fmla="*/ 100328 w 352425"/>
              <a:gd name="connsiteY3-138" fmla="*/ 209562 h 352425"/>
              <a:gd name="connsiteX4-139" fmla="*/ 138416 w 352425"/>
              <a:gd name="connsiteY4-140" fmla="*/ 247653 h 352425"/>
              <a:gd name="connsiteX5-141" fmla="*/ 314342 w 352425"/>
              <a:gd name="connsiteY5-142" fmla="*/ 247653 h 352425"/>
              <a:gd name="connsiteX6-143" fmla="*/ 352425 w 352425"/>
              <a:gd name="connsiteY6-144" fmla="*/ 285734 h 352425"/>
              <a:gd name="connsiteX7-145" fmla="*/ 352425 w 352425"/>
              <a:gd name="connsiteY7-146" fmla="*/ 314327 h 352425"/>
              <a:gd name="connsiteX8-147" fmla="*/ 314323 w 352425"/>
              <a:gd name="connsiteY8-148" fmla="*/ 352425 h 352425"/>
              <a:gd name="connsiteX9-149" fmla="*/ 38109 w 352425"/>
              <a:gd name="connsiteY9-150" fmla="*/ 352425 h 352425"/>
              <a:gd name="connsiteX10-151" fmla="*/ 0 w 352425"/>
              <a:gd name="connsiteY10-152" fmla="*/ 314316 h 352425"/>
              <a:gd name="connsiteX11-153" fmla="*/ 0 w 352425"/>
              <a:gd name="connsiteY11-154" fmla="*/ 38113 h 352425"/>
              <a:gd name="connsiteX12-155" fmla="*/ 38113 w 352425"/>
              <a:gd name="connsiteY12-156" fmla="*/ 0 h 352425"/>
              <a:gd name="connsiteX0-157" fmla="*/ 38113 w 352425"/>
              <a:gd name="connsiteY0-158" fmla="*/ 0 h 352425"/>
              <a:gd name="connsiteX1-159" fmla="*/ 62232 w 352425"/>
              <a:gd name="connsiteY1-160" fmla="*/ 0 h 352425"/>
              <a:gd name="connsiteX2-161" fmla="*/ 100328 w 352425"/>
              <a:gd name="connsiteY2-162" fmla="*/ 38098 h 352425"/>
              <a:gd name="connsiteX3-163" fmla="*/ 100328 w 352425"/>
              <a:gd name="connsiteY3-164" fmla="*/ 209562 h 352425"/>
              <a:gd name="connsiteX4-165" fmla="*/ 138416 w 352425"/>
              <a:gd name="connsiteY4-166" fmla="*/ 247653 h 352425"/>
              <a:gd name="connsiteX5-167" fmla="*/ 314342 w 352425"/>
              <a:gd name="connsiteY5-168" fmla="*/ 247653 h 352425"/>
              <a:gd name="connsiteX6-169" fmla="*/ 352425 w 352425"/>
              <a:gd name="connsiteY6-170" fmla="*/ 285734 h 352425"/>
              <a:gd name="connsiteX7-171" fmla="*/ 352425 w 352425"/>
              <a:gd name="connsiteY7-172" fmla="*/ 314327 h 352425"/>
              <a:gd name="connsiteX8-173" fmla="*/ 314323 w 352425"/>
              <a:gd name="connsiteY8-174" fmla="*/ 352425 h 352425"/>
              <a:gd name="connsiteX9-175" fmla="*/ 38109 w 352425"/>
              <a:gd name="connsiteY9-176" fmla="*/ 352425 h 352425"/>
              <a:gd name="connsiteX10-177" fmla="*/ 0 w 352425"/>
              <a:gd name="connsiteY10-178" fmla="*/ 314316 h 352425"/>
              <a:gd name="connsiteX11-179" fmla="*/ 0 w 352425"/>
              <a:gd name="connsiteY11-180" fmla="*/ 38113 h 352425"/>
              <a:gd name="connsiteX12-181" fmla="*/ 38113 w 352425"/>
              <a:gd name="connsiteY12-182" fmla="*/ 0 h 352425"/>
              <a:gd name="connsiteX0-183" fmla="*/ 38113 w 352425"/>
              <a:gd name="connsiteY0-184" fmla="*/ 0 h 352425"/>
              <a:gd name="connsiteX1-185" fmla="*/ 62232 w 352425"/>
              <a:gd name="connsiteY1-186" fmla="*/ 0 h 352425"/>
              <a:gd name="connsiteX2-187" fmla="*/ 100328 w 352425"/>
              <a:gd name="connsiteY2-188" fmla="*/ 38098 h 352425"/>
              <a:gd name="connsiteX3-189" fmla="*/ 100328 w 352425"/>
              <a:gd name="connsiteY3-190" fmla="*/ 209562 h 352425"/>
              <a:gd name="connsiteX4-191" fmla="*/ 138416 w 352425"/>
              <a:gd name="connsiteY4-192" fmla="*/ 247653 h 352425"/>
              <a:gd name="connsiteX5-193" fmla="*/ 314342 w 352425"/>
              <a:gd name="connsiteY5-194" fmla="*/ 247653 h 352425"/>
              <a:gd name="connsiteX6-195" fmla="*/ 352425 w 352425"/>
              <a:gd name="connsiteY6-196" fmla="*/ 285734 h 352425"/>
              <a:gd name="connsiteX7-197" fmla="*/ 352425 w 352425"/>
              <a:gd name="connsiteY7-198" fmla="*/ 314327 h 352425"/>
              <a:gd name="connsiteX8-199" fmla="*/ 314323 w 352425"/>
              <a:gd name="connsiteY8-200" fmla="*/ 352425 h 352425"/>
              <a:gd name="connsiteX9-201" fmla="*/ 38109 w 352425"/>
              <a:gd name="connsiteY9-202" fmla="*/ 352425 h 352425"/>
              <a:gd name="connsiteX10-203" fmla="*/ 0 w 352425"/>
              <a:gd name="connsiteY10-204" fmla="*/ 314316 h 352425"/>
              <a:gd name="connsiteX11-205" fmla="*/ 0 w 352425"/>
              <a:gd name="connsiteY11-206" fmla="*/ 38113 h 352425"/>
              <a:gd name="connsiteX12-207" fmla="*/ 38113 w 352425"/>
              <a:gd name="connsiteY12-208" fmla="*/ 0 h 352425"/>
              <a:gd name="connsiteX0-209" fmla="*/ 38113 w 352425"/>
              <a:gd name="connsiteY0-210" fmla="*/ 0 h 352425"/>
              <a:gd name="connsiteX1-211" fmla="*/ 62232 w 352425"/>
              <a:gd name="connsiteY1-212" fmla="*/ 0 h 352425"/>
              <a:gd name="connsiteX2-213" fmla="*/ 100328 w 352425"/>
              <a:gd name="connsiteY2-214" fmla="*/ 38098 h 352425"/>
              <a:gd name="connsiteX3-215" fmla="*/ 100328 w 352425"/>
              <a:gd name="connsiteY3-216" fmla="*/ 209562 h 352425"/>
              <a:gd name="connsiteX4-217" fmla="*/ 138416 w 352425"/>
              <a:gd name="connsiteY4-218" fmla="*/ 247653 h 352425"/>
              <a:gd name="connsiteX5-219" fmla="*/ 314342 w 352425"/>
              <a:gd name="connsiteY5-220" fmla="*/ 247653 h 352425"/>
              <a:gd name="connsiteX6-221" fmla="*/ 352425 w 352425"/>
              <a:gd name="connsiteY6-222" fmla="*/ 285734 h 352425"/>
              <a:gd name="connsiteX7-223" fmla="*/ 352425 w 352425"/>
              <a:gd name="connsiteY7-224" fmla="*/ 314327 h 352425"/>
              <a:gd name="connsiteX8-225" fmla="*/ 314323 w 352425"/>
              <a:gd name="connsiteY8-226" fmla="*/ 352425 h 352425"/>
              <a:gd name="connsiteX9-227" fmla="*/ 38109 w 352425"/>
              <a:gd name="connsiteY9-228" fmla="*/ 352425 h 352425"/>
              <a:gd name="connsiteX10-229" fmla="*/ 0 w 352425"/>
              <a:gd name="connsiteY10-230" fmla="*/ 314316 h 352425"/>
              <a:gd name="connsiteX11-231" fmla="*/ 0 w 352425"/>
              <a:gd name="connsiteY11-232" fmla="*/ 38113 h 352425"/>
              <a:gd name="connsiteX12-233" fmla="*/ 38113 w 352425"/>
              <a:gd name="connsiteY12-234" fmla="*/ 0 h 352425"/>
              <a:gd name="connsiteX0-235" fmla="*/ 38113 w 352425"/>
              <a:gd name="connsiteY0-236" fmla="*/ 0 h 352425"/>
              <a:gd name="connsiteX1-237" fmla="*/ 62232 w 352425"/>
              <a:gd name="connsiteY1-238" fmla="*/ 0 h 352425"/>
              <a:gd name="connsiteX2-239" fmla="*/ 100328 w 352425"/>
              <a:gd name="connsiteY2-240" fmla="*/ 38098 h 352425"/>
              <a:gd name="connsiteX3-241" fmla="*/ 100328 w 352425"/>
              <a:gd name="connsiteY3-242" fmla="*/ 209562 h 352425"/>
              <a:gd name="connsiteX4-243" fmla="*/ 138416 w 352425"/>
              <a:gd name="connsiteY4-244" fmla="*/ 247653 h 352425"/>
              <a:gd name="connsiteX5-245" fmla="*/ 314342 w 352425"/>
              <a:gd name="connsiteY5-246" fmla="*/ 247653 h 352425"/>
              <a:gd name="connsiteX6-247" fmla="*/ 352425 w 352425"/>
              <a:gd name="connsiteY6-248" fmla="*/ 285734 h 352425"/>
              <a:gd name="connsiteX7-249" fmla="*/ 352425 w 352425"/>
              <a:gd name="connsiteY7-250" fmla="*/ 314327 h 352425"/>
              <a:gd name="connsiteX8-251" fmla="*/ 314323 w 352425"/>
              <a:gd name="connsiteY8-252" fmla="*/ 352425 h 352425"/>
              <a:gd name="connsiteX9-253" fmla="*/ 38109 w 352425"/>
              <a:gd name="connsiteY9-254" fmla="*/ 352425 h 352425"/>
              <a:gd name="connsiteX10-255" fmla="*/ 0 w 352425"/>
              <a:gd name="connsiteY10-256" fmla="*/ 314316 h 352425"/>
              <a:gd name="connsiteX11-257" fmla="*/ 0 w 352425"/>
              <a:gd name="connsiteY11-258" fmla="*/ 38113 h 352425"/>
              <a:gd name="connsiteX12-259" fmla="*/ 38113 w 352425"/>
              <a:gd name="connsiteY12-260" fmla="*/ 0 h 352425"/>
              <a:gd name="connsiteX0-261" fmla="*/ 38113 w 352425"/>
              <a:gd name="connsiteY0-262" fmla="*/ 0 h 352425"/>
              <a:gd name="connsiteX1-263" fmla="*/ 62232 w 352425"/>
              <a:gd name="connsiteY1-264" fmla="*/ 0 h 352425"/>
              <a:gd name="connsiteX2-265" fmla="*/ 100328 w 352425"/>
              <a:gd name="connsiteY2-266" fmla="*/ 38098 h 352425"/>
              <a:gd name="connsiteX3-267" fmla="*/ 100328 w 352425"/>
              <a:gd name="connsiteY3-268" fmla="*/ 209562 h 352425"/>
              <a:gd name="connsiteX4-269" fmla="*/ 138416 w 352425"/>
              <a:gd name="connsiteY4-270" fmla="*/ 247653 h 352425"/>
              <a:gd name="connsiteX5-271" fmla="*/ 314342 w 352425"/>
              <a:gd name="connsiteY5-272" fmla="*/ 247653 h 352425"/>
              <a:gd name="connsiteX6-273" fmla="*/ 352425 w 352425"/>
              <a:gd name="connsiteY6-274" fmla="*/ 285734 h 352425"/>
              <a:gd name="connsiteX7-275" fmla="*/ 352425 w 352425"/>
              <a:gd name="connsiteY7-276" fmla="*/ 314327 h 352425"/>
              <a:gd name="connsiteX8-277" fmla="*/ 314323 w 352425"/>
              <a:gd name="connsiteY8-278" fmla="*/ 352425 h 352425"/>
              <a:gd name="connsiteX9-279" fmla="*/ 38109 w 352425"/>
              <a:gd name="connsiteY9-280" fmla="*/ 352425 h 352425"/>
              <a:gd name="connsiteX10-281" fmla="*/ 0 w 352425"/>
              <a:gd name="connsiteY10-282" fmla="*/ 314316 h 352425"/>
              <a:gd name="connsiteX11-283" fmla="*/ 0 w 352425"/>
              <a:gd name="connsiteY11-284" fmla="*/ 38113 h 352425"/>
              <a:gd name="connsiteX12-285" fmla="*/ 38113 w 352425"/>
              <a:gd name="connsiteY12-286" fmla="*/ 0 h 352425"/>
              <a:gd name="connsiteX0-287" fmla="*/ 38113 w 352425"/>
              <a:gd name="connsiteY0-288" fmla="*/ 0 h 352425"/>
              <a:gd name="connsiteX1-289" fmla="*/ 62232 w 352425"/>
              <a:gd name="connsiteY1-290" fmla="*/ 0 h 352425"/>
              <a:gd name="connsiteX2-291" fmla="*/ 100328 w 352425"/>
              <a:gd name="connsiteY2-292" fmla="*/ 38098 h 352425"/>
              <a:gd name="connsiteX3-293" fmla="*/ 100328 w 352425"/>
              <a:gd name="connsiteY3-294" fmla="*/ 209562 h 352425"/>
              <a:gd name="connsiteX4-295" fmla="*/ 138416 w 352425"/>
              <a:gd name="connsiteY4-296" fmla="*/ 247653 h 352425"/>
              <a:gd name="connsiteX5-297" fmla="*/ 314342 w 352425"/>
              <a:gd name="connsiteY5-298" fmla="*/ 247653 h 352425"/>
              <a:gd name="connsiteX6-299" fmla="*/ 352425 w 352425"/>
              <a:gd name="connsiteY6-300" fmla="*/ 285734 h 352425"/>
              <a:gd name="connsiteX7-301" fmla="*/ 352425 w 352425"/>
              <a:gd name="connsiteY7-302" fmla="*/ 314327 h 352425"/>
              <a:gd name="connsiteX8-303" fmla="*/ 314323 w 352425"/>
              <a:gd name="connsiteY8-304" fmla="*/ 352425 h 352425"/>
              <a:gd name="connsiteX9-305" fmla="*/ 38109 w 352425"/>
              <a:gd name="connsiteY9-306" fmla="*/ 352425 h 352425"/>
              <a:gd name="connsiteX10-307" fmla="*/ 0 w 352425"/>
              <a:gd name="connsiteY10-308" fmla="*/ 314316 h 352425"/>
              <a:gd name="connsiteX11-309" fmla="*/ 0 w 352425"/>
              <a:gd name="connsiteY11-310" fmla="*/ 38113 h 352425"/>
              <a:gd name="connsiteX12-311" fmla="*/ 38113 w 352425"/>
              <a:gd name="connsiteY12-312" fmla="*/ 0 h 352425"/>
              <a:gd name="connsiteX0-313" fmla="*/ 38113 w 352425"/>
              <a:gd name="connsiteY0-314" fmla="*/ 0 h 352425"/>
              <a:gd name="connsiteX1-315" fmla="*/ 62232 w 352425"/>
              <a:gd name="connsiteY1-316" fmla="*/ 0 h 352425"/>
              <a:gd name="connsiteX2-317" fmla="*/ 100328 w 352425"/>
              <a:gd name="connsiteY2-318" fmla="*/ 38098 h 352425"/>
              <a:gd name="connsiteX3-319" fmla="*/ 100328 w 352425"/>
              <a:gd name="connsiteY3-320" fmla="*/ 209562 h 352425"/>
              <a:gd name="connsiteX4-321" fmla="*/ 138416 w 352425"/>
              <a:gd name="connsiteY4-322" fmla="*/ 247653 h 352425"/>
              <a:gd name="connsiteX5-323" fmla="*/ 314342 w 352425"/>
              <a:gd name="connsiteY5-324" fmla="*/ 247653 h 352425"/>
              <a:gd name="connsiteX6-325" fmla="*/ 352425 w 352425"/>
              <a:gd name="connsiteY6-326" fmla="*/ 285734 h 352425"/>
              <a:gd name="connsiteX7-327" fmla="*/ 352425 w 352425"/>
              <a:gd name="connsiteY7-328" fmla="*/ 314327 h 352425"/>
              <a:gd name="connsiteX8-329" fmla="*/ 314323 w 352425"/>
              <a:gd name="connsiteY8-330" fmla="*/ 352425 h 352425"/>
              <a:gd name="connsiteX9-331" fmla="*/ 38109 w 352425"/>
              <a:gd name="connsiteY9-332" fmla="*/ 352425 h 352425"/>
              <a:gd name="connsiteX10-333" fmla="*/ 0 w 352425"/>
              <a:gd name="connsiteY10-334" fmla="*/ 314316 h 352425"/>
              <a:gd name="connsiteX11-335" fmla="*/ 0 w 352425"/>
              <a:gd name="connsiteY11-336" fmla="*/ 38113 h 352425"/>
              <a:gd name="connsiteX12-337" fmla="*/ 38113 w 352425"/>
              <a:gd name="connsiteY12-338" fmla="*/ 0 h 352425"/>
              <a:gd name="connsiteX0-339" fmla="*/ 38113 w 352425"/>
              <a:gd name="connsiteY0-340" fmla="*/ 0 h 352425"/>
              <a:gd name="connsiteX1-341" fmla="*/ 62232 w 352425"/>
              <a:gd name="connsiteY1-342" fmla="*/ 0 h 352425"/>
              <a:gd name="connsiteX2-343" fmla="*/ 100328 w 352425"/>
              <a:gd name="connsiteY2-344" fmla="*/ 38098 h 352425"/>
              <a:gd name="connsiteX3-345" fmla="*/ 100328 w 352425"/>
              <a:gd name="connsiteY3-346" fmla="*/ 209562 h 352425"/>
              <a:gd name="connsiteX4-347" fmla="*/ 138416 w 352425"/>
              <a:gd name="connsiteY4-348" fmla="*/ 247653 h 352425"/>
              <a:gd name="connsiteX5-349" fmla="*/ 314342 w 352425"/>
              <a:gd name="connsiteY5-350" fmla="*/ 247653 h 352425"/>
              <a:gd name="connsiteX6-351" fmla="*/ 352425 w 352425"/>
              <a:gd name="connsiteY6-352" fmla="*/ 285734 h 352425"/>
              <a:gd name="connsiteX7-353" fmla="*/ 352425 w 352425"/>
              <a:gd name="connsiteY7-354" fmla="*/ 314327 h 352425"/>
              <a:gd name="connsiteX8-355" fmla="*/ 314323 w 352425"/>
              <a:gd name="connsiteY8-356" fmla="*/ 352425 h 352425"/>
              <a:gd name="connsiteX9-357" fmla="*/ 38109 w 352425"/>
              <a:gd name="connsiteY9-358" fmla="*/ 352425 h 352425"/>
              <a:gd name="connsiteX10-359" fmla="*/ 0 w 352425"/>
              <a:gd name="connsiteY10-360" fmla="*/ 314316 h 352425"/>
              <a:gd name="connsiteX11-361" fmla="*/ 0 w 352425"/>
              <a:gd name="connsiteY11-362" fmla="*/ 38113 h 352425"/>
              <a:gd name="connsiteX12-363" fmla="*/ 38113 w 352425"/>
              <a:gd name="connsiteY12-364" fmla="*/ 0 h 352425"/>
              <a:gd name="connsiteX0-365" fmla="*/ 38113 w 352425"/>
              <a:gd name="connsiteY0-366" fmla="*/ 0 h 352425"/>
              <a:gd name="connsiteX1-367" fmla="*/ 62232 w 352425"/>
              <a:gd name="connsiteY1-368" fmla="*/ 0 h 352425"/>
              <a:gd name="connsiteX2-369" fmla="*/ 100328 w 352425"/>
              <a:gd name="connsiteY2-370" fmla="*/ 38098 h 352425"/>
              <a:gd name="connsiteX3-371" fmla="*/ 100328 w 352425"/>
              <a:gd name="connsiteY3-372" fmla="*/ 209562 h 352425"/>
              <a:gd name="connsiteX4-373" fmla="*/ 138416 w 352425"/>
              <a:gd name="connsiteY4-374" fmla="*/ 247653 h 352425"/>
              <a:gd name="connsiteX5-375" fmla="*/ 314342 w 352425"/>
              <a:gd name="connsiteY5-376" fmla="*/ 247653 h 352425"/>
              <a:gd name="connsiteX6-377" fmla="*/ 352425 w 352425"/>
              <a:gd name="connsiteY6-378" fmla="*/ 285734 h 352425"/>
              <a:gd name="connsiteX7-379" fmla="*/ 352425 w 352425"/>
              <a:gd name="connsiteY7-380" fmla="*/ 314327 h 352425"/>
              <a:gd name="connsiteX8-381" fmla="*/ 314323 w 352425"/>
              <a:gd name="connsiteY8-382" fmla="*/ 352425 h 352425"/>
              <a:gd name="connsiteX9-383" fmla="*/ 38109 w 352425"/>
              <a:gd name="connsiteY9-384" fmla="*/ 352425 h 352425"/>
              <a:gd name="connsiteX10-385" fmla="*/ 0 w 352425"/>
              <a:gd name="connsiteY10-386" fmla="*/ 314316 h 352425"/>
              <a:gd name="connsiteX11-387" fmla="*/ 0 w 352425"/>
              <a:gd name="connsiteY11-388" fmla="*/ 38113 h 352425"/>
              <a:gd name="connsiteX12-389" fmla="*/ 38113 w 352425"/>
              <a:gd name="connsiteY12-390" fmla="*/ 0 h 352425"/>
              <a:gd name="connsiteX0-391" fmla="*/ 38113 w 352425"/>
              <a:gd name="connsiteY0-392" fmla="*/ 0 h 352425"/>
              <a:gd name="connsiteX1-393" fmla="*/ 62232 w 352425"/>
              <a:gd name="connsiteY1-394" fmla="*/ 0 h 352425"/>
              <a:gd name="connsiteX2-395" fmla="*/ 100328 w 352425"/>
              <a:gd name="connsiteY2-396" fmla="*/ 38098 h 352425"/>
              <a:gd name="connsiteX3-397" fmla="*/ 100328 w 352425"/>
              <a:gd name="connsiteY3-398" fmla="*/ 209562 h 352425"/>
              <a:gd name="connsiteX4-399" fmla="*/ 138416 w 352425"/>
              <a:gd name="connsiteY4-400" fmla="*/ 247653 h 352425"/>
              <a:gd name="connsiteX5-401" fmla="*/ 314342 w 352425"/>
              <a:gd name="connsiteY5-402" fmla="*/ 247653 h 352425"/>
              <a:gd name="connsiteX6-403" fmla="*/ 352425 w 352425"/>
              <a:gd name="connsiteY6-404" fmla="*/ 285734 h 352425"/>
              <a:gd name="connsiteX7-405" fmla="*/ 352425 w 352425"/>
              <a:gd name="connsiteY7-406" fmla="*/ 314327 h 352425"/>
              <a:gd name="connsiteX8-407" fmla="*/ 314323 w 352425"/>
              <a:gd name="connsiteY8-408" fmla="*/ 352425 h 352425"/>
              <a:gd name="connsiteX9-409" fmla="*/ 38109 w 352425"/>
              <a:gd name="connsiteY9-410" fmla="*/ 352425 h 352425"/>
              <a:gd name="connsiteX10-411" fmla="*/ 0 w 352425"/>
              <a:gd name="connsiteY10-412" fmla="*/ 314316 h 352425"/>
              <a:gd name="connsiteX11-413" fmla="*/ 0 w 352425"/>
              <a:gd name="connsiteY11-414" fmla="*/ 38113 h 352425"/>
              <a:gd name="connsiteX12-415" fmla="*/ 38113 w 352425"/>
              <a:gd name="connsiteY12-416" fmla="*/ 0 h 352425"/>
              <a:gd name="connsiteX0-417" fmla="*/ 38113 w 352425"/>
              <a:gd name="connsiteY0-418" fmla="*/ 0 h 352425"/>
              <a:gd name="connsiteX1-419" fmla="*/ 62232 w 352425"/>
              <a:gd name="connsiteY1-420" fmla="*/ 0 h 352425"/>
              <a:gd name="connsiteX2-421" fmla="*/ 100328 w 352425"/>
              <a:gd name="connsiteY2-422" fmla="*/ 38098 h 352425"/>
              <a:gd name="connsiteX3-423" fmla="*/ 100328 w 352425"/>
              <a:gd name="connsiteY3-424" fmla="*/ 209562 h 352425"/>
              <a:gd name="connsiteX4-425" fmla="*/ 138416 w 352425"/>
              <a:gd name="connsiteY4-426" fmla="*/ 247653 h 352425"/>
              <a:gd name="connsiteX5-427" fmla="*/ 314342 w 352425"/>
              <a:gd name="connsiteY5-428" fmla="*/ 247653 h 352425"/>
              <a:gd name="connsiteX6-429" fmla="*/ 352425 w 352425"/>
              <a:gd name="connsiteY6-430" fmla="*/ 285734 h 352425"/>
              <a:gd name="connsiteX7-431" fmla="*/ 352425 w 352425"/>
              <a:gd name="connsiteY7-432" fmla="*/ 314327 h 352425"/>
              <a:gd name="connsiteX8-433" fmla="*/ 314323 w 352425"/>
              <a:gd name="connsiteY8-434" fmla="*/ 352425 h 352425"/>
              <a:gd name="connsiteX9-435" fmla="*/ 38109 w 352425"/>
              <a:gd name="connsiteY9-436" fmla="*/ 352425 h 352425"/>
              <a:gd name="connsiteX10-437" fmla="*/ 0 w 352425"/>
              <a:gd name="connsiteY10-438" fmla="*/ 314316 h 352425"/>
              <a:gd name="connsiteX11-439" fmla="*/ 0 w 352425"/>
              <a:gd name="connsiteY11-440" fmla="*/ 38113 h 352425"/>
              <a:gd name="connsiteX12-441" fmla="*/ 38113 w 352425"/>
              <a:gd name="connsiteY12-442" fmla="*/ 0 h 352425"/>
              <a:gd name="connsiteX0-443" fmla="*/ 38113 w 352425"/>
              <a:gd name="connsiteY0-444" fmla="*/ 0 h 352425"/>
              <a:gd name="connsiteX1-445" fmla="*/ 62232 w 352425"/>
              <a:gd name="connsiteY1-446" fmla="*/ 0 h 352425"/>
              <a:gd name="connsiteX2-447" fmla="*/ 100328 w 352425"/>
              <a:gd name="connsiteY2-448" fmla="*/ 38098 h 352425"/>
              <a:gd name="connsiteX3-449" fmla="*/ 100328 w 352425"/>
              <a:gd name="connsiteY3-450" fmla="*/ 209562 h 352425"/>
              <a:gd name="connsiteX4-451" fmla="*/ 138416 w 352425"/>
              <a:gd name="connsiteY4-452" fmla="*/ 247653 h 352425"/>
              <a:gd name="connsiteX5-453" fmla="*/ 314342 w 352425"/>
              <a:gd name="connsiteY5-454" fmla="*/ 247653 h 352425"/>
              <a:gd name="connsiteX6-455" fmla="*/ 352425 w 352425"/>
              <a:gd name="connsiteY6-456" fmla="*/ 285734 h 352425"/>
              <a:gd name="connsiteX7-457" fmla="*/ 352425 w 352425"/>
              <a:gd name="connsiteY7-458" fmla="*/ 314327 h 352425"/>
              <a:gd name="connsiteX8-459" fmla="*/ 314323 w 352425"/>
              <a:gd name="connsiteY8-460" fmla="*/ 352425 h 352425"/>
              <a:gd name="connsiteX9-461" fmla="*/ 38109 w 352425"/>
              <a:gd name="connsiteY9-462" fmla="*/ 352425 h 352425"/>
              <a:gd name="connsiteX10-463" fmla="*/ 0 w 352425"/>
              <a:gd name="connsiteY10-464" fmla="*/ 314316 h 352425"/>
              <a:gd name="connsiteX11-465" fmla="*/ 0 w 352425"/>
              <a:gd name="connsiteY11-466" fmla="*/ 38113 h 352425"/>
              <a:gd name="connsiteX12-467" fmla="*/ 38113 w 352425"/>
              <a:gd name="connsiteY12-468" fmla="*/ 0 h 352425"/>
              <a:gd name="connsiteX0-469" fmla="*/ 38113 w 352425"/>
              <a:gd name="connsiteY0-470" fmla="*/ 0 h 352425"/>
              <a:gd name="connsiteX1-471" fmla="*/ 62232 w 352425"/>
              <a:gd name="connsiteY1-472" fmla="*/ 0 h 352425"/>
              <a:gd name="connsiteX2-473" fmla="*/ 100328 w 352425"/>
              <a:gd name="connsiteY2-474" fmla="*/ 38098 h 352425"/>
              <a:gd name="connsiteX3-475" fmla="*/ 100328 w 352425"/>
              <a:gd name="connsiteY3-476" fmla="*/ 209562 h 352425"/>
              <a:gd name="connsiteX4-477" fmla="*/ 138416 w 352425"/>
              <a:gd name="connsiteY4-478" fmla="*/ 247653 h 352425"/>
              <a:gd name="connsiteX5-479" fmla="*/ 314342 w 352425"/>
              <a:gd name="connsiteY5-480" fmla="*/ 247653 h 352425"/>
              <a:gd name="connsiteX6-481" fmla="*/ 352425 w 352425"/>
              <a:gd name="connsiteY6-482" fmla="*/ 285734 h 352425"/>
              <a:gd name="connsiteX7-483" fmla="*/ 352425 w 352425"/>
              <a:gd name="connsiteY7-484" fmla="*/ 314327 h 352425"/>
              <a:gd name="connsiteX8-485" fmla="*/ 314323 w 352425"/>
              <a:gd name="connsiteY8-486" fmla="*/ 352425 h 352425"/>
              <a:gd name="connsiteX9-487" fmla="*/ 38109 w 352425"/>
              <a:gd name="connsiteY9-488" fmla="*/ 352425 h 352425"/>
              <a:gd name="connsiteX10-489" fmla="*/ 0 w 352425"/>
              <a:gd name="connsiteY10-490" fmla="*/ 314316 h 352425"/>
              <a:gd name="connsiteX11-491" fmla="*/ 0 w 352425"/>
              <a:gd name="connsiteY11-492" fmla="*/ 38113 h 352425"/>
              <a:gd name="connsiteX12-493" fmla="*/ 38113 w 352425"/>
              <a:gd name="connsiteY12-494" fmla="*/ 0 h 352425"/>
              <a:gd name="connsiteX0-495" fmla="*/ 38113 w 352425"/>
              <a:gd name="connsiteY0-496" fmla="*/ 0 h 352425"/>
              <a:gd name="connsiteX1-497" fmla="*/ 62232 w 352425"/>
              <a:gd name="connsiteY1-498" fmla="*/ 0 h 352425"/>
              <a:gd name="connsiteX2-499" fmla="*/ 100328 w 352425"/>
              <a:gd name="connsiteY2-500" fmla="*/ 38098 h 352425"/>
              <a:gd name="connsiteX3-501" fmla="*/ 100328 w 352425"/>
              <a:gd name="connsiteY3-502" fmla="*/ 209562 h 352425"/>
              <a:gd name="connsiteX4-503" fmla="*/ 138416 w 352425"/>
              <a:gd name="connsiteY4-504" fmla="*/ 247653 h 352425"/>
              <a:gd name="connsiteX5-505" fmla="*/ 314342 w 352425"/>
              <a:gd name="connsiteY5-506" fmla="*/ 247653 h 352425"/>
              <a:gd name="connsiteX6-507" fmla="*/ 352425 w 352425"/>
              <a:gd name="connsiteY6-508" fmla="*/ 285734 h 352425"/>
              <a:gd name="connsiteX7-509" fmla="*/ 352425 w 352425"/>
              <a:gd name="connsiteY7-510" fmla="*/ 314327 h 352425"/>
              <a:gd name="connsiteX8-511" fmla="*/ 314323 w 352425"/>
              <a:gd name="connsiteY8-512" fmla="*/ 352425 h 352425"/>
              <a:gd name="connsiteX9-513" fmla="*/ 38109 w 352425"/>
              <a:gd name="connsiteY9-514" fmla="*/ 352425 h 352425"/>
              <a:gd name="connsiteX10-515" fmla="*/ 0 w 352425"/>
              <a:gd name="connsiteY10-516" fmla="*/ 314316 h 352425"/>
              <a:gd name="connsiteX11-517" fmla="*/ 0 w 352425"/>
              <a:gd name="connsiteY11-518" fmla="*/ 38113 h 352425"/>
              <a:gd name="connsiteX12-519" fmla="*/ 38113 w 352425"/>
              <a:gd name="connsiteY12-520" fmla="*/ 0 h 352425"/>
              <a:gd name="connsiteX0-521" fmla="*/ 38113 w 352425"/>
              <a:gd name="connsiteY0-522" fmla="*/ 0 h 352425"/>
              <a:gd name="connsiteX1-523" fmla="*/ 62232 w 352425"/>
              <a:gd name="connsiteY1-524" fmla="*/ 0 h 352425"/>
              <a:gd name="connsiteX2-525" fmla="*/ 100328 w 352425"/>
              <a:gd name="connsiteY2-526" fmla="*/ 38098 h 352425"/>
              <a:gd name="connsiteX3-527" fmla="*/ 100328 w 352425"/>
              <a:gd name="connsiteY3-528" fmla="*/ 209562 h 352425"/>
              <a:gd name="connsiteX4-529" fmla="*/ 138416 w 352425"/>
              <a:gd name="connsiteY4-530" fmla="*/ 247653 h 352425"/>
              <a:gd name="connsiteX5-531" fmla="*/ 314342 w 352425"/>
              <a:gd name="connsiteY5-532" fmla="*/ 247653 h 352425"/>
              <a:gd name="connsiteX6-533" fmla="*/ 352425 w 352425"/>
              <a:gd name="connsiteY6-534" fmla="*/ 285734 h 352425"/>
              <a:gd name="connsiteX7-535" fmla="*/ 352425 w 352425"/>
              <a:gd name="connsiteY7-536" fmla="*/ 314327 h 352425"/>
              <a:gd name="connsiteX8-537" fmla="*/ 314323 w 352425"/>
              <a:gd name="connsiteY8-538" fmla="*/ 352425 h 352425"/>
              <a:gd name="connsiteX9-539" fmla="*/ 38109 w 352425"/>
              <a:gd name="connsiteY9-540" fmla="*/ 352425 h 352425"/>
              <a:gd name="connsiteX10-541" fmla="*/ 0 w 352425"/>
              <a:gd name="connsiteY10-542" fmla="*/ 314316 h 352425"/>
              <a:gd name="connsiteX11-543" fmla="*/ 0 w 352425"/>
              <a:gd name="connsiteY11-544" fmla="*/ 38113 h 352425"/>
              <a:gd name="connsiteX12-545" fmla="*/ 38113 w 352425"/>
              <a:gd name="connsiteY12-546" fmla="*/ 0 h 352425"/>
              <a:gd name="connsiteX0-547" fmla="*/ 38113 w 352425"/>
              <a:gd name="connsiteY0-548" fmla="*/ 0 h 352425"/>
              <a:gd name="connsiteX1-549" fmla="*/ 62232 w 352425"/>
              <a:gd name="connsiteY1-550" fmla="*/ 0 h 352425"/>
              <a:gd name="connsiteX2-551" fmla="*/ 100328 w 352425"/>
              <a:gd name="connsiteY2-552" fmla="*/ 38098 h 352425"/>
              <a:gd name="connsiteX3-553" fmla="*/ 100328 w 352425"/>
              <a:gd name="connsiteY3-554" fmla="*/ 209562 h 352425"/>
              <a:gd name="connsiteX4-555" fmla="*/ 138416 w 352425"/>
              <a:gd name="connsiteY4-556" fmla="*/ 247653 h 352425"/>
              <a:gd name="connsiteX5-557" fmla="*/ 314342 w 352425"/>
              <a:gd name="connsiteY5-558" fmla="*/ 247653 h 352425"/>
              <a:gd name="connsiteX6-559" fmla="*/ 352425 w 352425"/>
              <a:gd name="connsiteY6-560" fmla="*/ 285734 h 352425"/>
              <a:gd name="connsiteX7-561" fmla="*/ 352425 w 352425"/>
              <a:gd name="connsiteY7-562" fmla="*/ 314327 h 352425"/>
              <a:gd name="connsiteX8-563" fmla="*/ 314323 w 352425"/>
              <a:gd name="connsiteY8-564" fmla="*/ 352425 h 352425"/>
              <a:gd name="connsiteX9-565" fmla="*/ 38109 w 352425"/>
              <a:gd name="connsiteY9-566" fmla="*/ 352425 h 352425"/>
              <a:gd name="connsiteX10-567" fmla="*/ 0 w 352425"/>
              <a:gd name="connsiteY10-568" fmla="*/ 314316 h 352425"/>
              <a:gd name="connsiteX11-569" fmla="*/ 0 w 352425"/>
              <a:gd name="connsiteY11-570" fmla="*/ 38113 h 352425"/>
              <a:gd name="connsiteX12-571" fmla="*/ 38113 w 352425"/>
              <a:gd name="connsiteY12-572" fmla="*/ 0 h 3524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</a:cxnLst>
            <a:rect l="l" t="t" r="r" b="b"/>
            <a:pathLst>
              <a:path w="352425" h="352425">
                <a:moveTo>
                  <a:pt x="38113" y="0"/>
                </a:moveTo>
                <a:cubicBezTo>
                  <a:pt x="38113" y="0"/>
                  <a:pt x="62233" y="1"/>
                  <a:pt x="62232" y="0"/>
                </a:cubicBezTo>
                <a:cubicBezTo>
                  <a:pt x="84551" y="1"/>
                  <a:pt x="100329" y="15781"/>
                  <a:pt x="100328" y="38098"/>
                </a:cubicBezTo>
                <a:cubicBezTo>
                  <a:pt x="100329" y="38099"/>
                  <a:pt x="100329" y="209563"/>
                  <a:pt x="100328" y="209562"/>
                </a:cubicBezTo>
                <a:cubicBezTo>
                  <a:pt x="100329" y="231876"/>
                  <a:pt x="116104" y="247654"/>
                  <a:pt x="138416" y="247653"/>
                </a:cubicBezTo>
                <a:cubicBezTo>
                  <a:pt x="138417" y="247654"/>
                  <a:pt x="314343" y="247654"/>
                  <a:pt x="314342" y="247653"/>
                </a:cubicBezTo>
                <a:cubicBezTo>
                  <a:pt x="336652" y="247654"/>
                  <a:pt x="352426" y="263426"/>
                  <a:pt x="352425" y="285734"/>
                </a:cubicBezTo>
                <a:cubicBezTo>
                  <a:pt x="352426" y="285735"/>
                  <a:pt x="352426" y="314328"/>
                  <a:pt x="352425" y="314327"/>
                </a:cubicBezTo>
                <a:cubicBezTo>
                  <a:pt x="352426" y="336646"/>
                  <a:pt x="336644" y="352426"/>
                  <a:pt x="314323" y="352425"/>
                </a:cubicBezTo>
                <a:cubicBezTo>
                  <a:pt x="314324" y="352426"/>
                  <a:pt x="38110" y="352426"/>
                  <a:pt x="38109" y="352425"/>
                </a:cubicBezTo>
                <a:cubicBezTo>
                  <a:pt x="15787" y="352426"/>
                  <a:pt x="1" y="336640"/>
                  <a:pt x="0" y="314316"/>
                </a:cubicBezTo>
                <a:cubicBezTo>
                  <a:pt x="1" y="314317"/>
                  <a:pt x="1" y="38114"/>
                  <a:pt x="0" y="38113"/>
                </a:cubicBezTo>
                <a:cubicBezTo>
                  <a:pt x="1" y="15790"/>
                  <a:pt x="15788" y="0"/>
                  <a:pt x="38113" y="0"/>
                </a:cubicBezTo>
                <a:close/>
              </a:path>
            </a:pathLst>
          </a:custGeom>
          <a:gradFill>
            <a:gsLst>
              <a:gs pos="88000">
                <a:schemeClr val="accent1"/>
              </a:gs>
              <a:gs pos="0">
                <a:schemeClr val="accent1">
                  <a:lumMod val="25000"/>
                  <a:lumOff val="75000"/>
                </a:schemeClr>
              </a:gs>
            </a:gsLst>
            <a:lin ang="8100000" scaled="1"/>
          </a:gradFill>
          <a:ln>
            <a:noFill/>
          </a:ln>
          <a:effectLst>
            <a:outerShdw blurRad="101600" dist="38100" dir="2700000" algn="tl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14"/>
          <p:cNvSpPr/>
          <p:nvPr>
            <p:custDataLst>
              <p:tags r:id="rId5"/>
            </p:custDataLst>
          </p:nvPr>
        </p:nvSpPr>
        <p:spPr>
          <a:xfrm flipH="1">
            <a:off x="11196789" y="6080862"/>
            <a:ext cx="352425" cy="352425"/>
          </a:xfrm>
          <a:custGeom>
            <a:avLst/>
            <a:gdLst>
              <a:gd name="connsiteX0" fmla="*/ 38113 w 352425"/>
              <a:gd name="connsiteY0" fmla="*/ 0 h 352425"/>
              <a:gd name="connsiteX1" fmla="*/ 62232 w 352425"/>
              <a:gd name="connsiteY1" fmla="*/ 0 h 352425"/>
              <a:gd name="connsiteX2" fmla="*/ 100328 w 352425"/>
              <a:gd name="connsiteY2" fmla="*/ 38098 h 352425"/>
              <a:gd name="connsiteX3" fmla="*/ 100328 w 352425"/>
              <a:gd name="connsiteY3" fmla="*/ 209562 h 352425"/>
              <a:gd name="connsiteX4" fmla="*/ 138416 w 352425"/>
              <a:gd name="connsiteY4" fmla="*/ 247653 h 352425"/>
              <a:gd name="connsiteX5" fmla="*/ 314342 w 352425"/>
              <a:gd name="connsiteY5" fmla="*/ 247653 h 352425"/>
              <a:gd name="connsiteX6" fmla="*/ 352425 w 352425"/>
              <a:gd name="connsiteY6" fmla="*/ 285734 h 352425"/>
              <a:gd name="connsiteX7" fmla="*/ 352425 w 352425"/>
              <a:gd name="connsiteY7" fmla="*/ 314327 h 352425"/>
              <a:gd name="connsiteX8" fmla="*/ 314323 w 352425"/>
              <a:gd name="connsiteY8" fmla="*/ 352425 h 352425"/>
              <a:gd name="connsiteX9" fmla="*/ 38109 w 352425"/>
              <a:gd name="connsiteY9" fmla="*/ 352425 h 352425"/>
              <a:gd name="connsiteX10" fmla="*/ 0 w 352425"/>
              <a:gd name="connsiteY10" fmla="*/ 314316 h 352425"/>
              <a:gd name="connsiteX11" fmla="*/ 0 w 352425"/>
              <a:gd name="connsiteY11" fmla="*/ 38113 h 352425"/>
              <a:gd name="connsiteX12" fmla="*/ 38113 w 352425"/>
              <a:gd name="connsiteY12" fmla="*/ 0 h 352425"/>
              <a:gd name="connsiteX0-1" fmla="*/ 38113 w 352425"/>
              <a:gd name="connsiteY0-2" fmla="*/ 0 h 352425"/>
              <a:gd name="connsiteX1-3" fmla="*/ 62232 w 352425"/>
              <a:gd name="connsiteY1-4" fmla="*/ 0 h 352425"/>
              <a:gd name="connsiteX2-5" fmla="*/ 100328 w 352425"/>
              <a:gd name="connsiteY2-6" fmla="*/ 38098 h 352425"/>
              <a:gd name="connsiteX3-7" fmla="*/ 100328 w 352425"/>
              <a:gd name="connsiteY3-8" fmla="*/ 209562 h 352425"/>
              <a:gd name="connsiteX4-9" fmla="*/ 138416 w 352425"/>
              <a:gd name="connsiteY4-10" fmla="*/ 247653 h 352425"/>
              <a:gd name="connsiteX5-11" fmla="*/ 314342 w 352425"/>
              <a:gd name="connsiteY5-12" fmla="*/ 247653 h 352425"/>
              <a:gd name="connsiteX6-13" fmla="*/ 352425 w 352425"/>
              <a:gd name="connsiteY6-14" fmla="*/ 285734 h 352425"/>
              <a:gd name="connsiteX7-15" fmla="*/ 352425 w 352425"/>
              <a:gd name="connsiteY7-16" fmla="*/ 314327 h 352425"/>
              <a:gd name="connsiteX8-17" fmla="*/ 314323 w 352425"/>
              <a:gd name="connsiteY8-18" fmla="*/ 352425 h 352425"/>
              <a:gd name="connsiteX9-19" fmla="*/ 38109 w 352425"/>
              <a:gd name="connsiteY9-20" fmla="*/ 352425 h 352425"/>
              <a:gd name="connsiteX10-21" fmla="*/ 0 w 352425"/>
              <a:gd name="connsiteY10-22" fmla="*/ 314316 h 352425"/>
              <a:gd name="connsiteX11-23" fmla="*/ 0 w 352425"/>
              <a:gd name="connsiteY11-24" fmla="*/ 38113 h 352425"/>
              <a:gd name="connsiteX12-25" fmla="*/ 38113 w 352425"/>
              <a:gd name="connsiteY12-26" fmla="*/ 0 h 352425"/>
              <a:gd name="connsiteX0-27" fmla="*/ 38113 w 352425"/>
              <a:gd name="connsiteY0-28" fmla="*/ 0 h 352425"/>
              <a:gd name="connsiteX1-29" fmla="*/ 62232 w 352425"/>
              <a:gd name="connsiteY1-30" fmla="*/ 0 h 352425"/>
              <a:gd name="connsiteX2-31" fmla="*/ 100328 w 352425"/>
              <a:gd name="connsiteY2-32" fmla="*/ 38098 h 352425"/>
              <a:gd name="connsiteX3-33" fmla="*/ 100328 w 352425"/>
              <a:gd name="connsiteY3-34" fmla="*/ 209562 h 352425"/>
              <a:gd name="connsiteX4-35" fmla="*/ 138416 w 352425"/>
              <a:gd name="connsiteY4-36" fmla="*/ 247653 h 352425"/>
              <a:gd name="connsiteX5-37" fmla="*/ 314342 w 352425"/>
              <a:gd name="connsiteY5-38" fmla="*/ 247653 h 352425"/>
              <a:gd name="connsiteX6-39" fmla="*/ 352425 w 352425"/>
              <a:gd name="connsiteY6-40" fmla="*/ 285734 h 352425"/>
              <a:gd name="connsiteX7-41" fmla="*/ 352425 w 352425"/>
              <a:gd name="connsiteY7-42" fmla="*/ 314327 h 352425"/>
              <a:gd name="connsiteX8-43" fmla="*/ 314323 w 352425"/>
              <a:gd name="connsiteY8-44" fmla="*/ 352425 h 352425"/>
              <a:gd name="connsiteX9-45" fmla="*/ 38109 w 352425"/>
              <a:gd name="connsiteY9-46" fmla="*/ 352425 h 352425"/>
              <a:gd name="connsiteX10-47" fmla="*/ 0 w 352425"/>
              <a:gd name="connsiteY10-48" fmla="*/ 314316 h 352425"/>
              <a:gd name="connsiteX11-49" fmla="*/ 0 w 352425"/>
              <a:gd name="connsiteY11-50" fmla="*/ 38113 h 352425"/>
              <a:gd name="connsiteX12-51" fmla="*/ 38113 w 352425"/>
              <a:gd name="connsiteY12-52" fmla="*/ 0 h 352425"/>
              <a:gd name="connsiteX0-53" fmla="*/ 38113 w 352425"/>
              <a:gd name="connsiteY0-54" fmla="*/ 0 h 352425"/>
              <a:gd name="connsiteX1-55" fmla="*/ 62232 w 352425"/>
              <a:gd name="connsiteY1-56" fmla="*/ 0 h 352425"/>
              <a:gd name="connsiteX2-57" fmla="*/ 100328 w 352425"/>
              <a:gd name="connsiteY2-58" fmla="*/ 38098 h 352425"/>
              <a:gd name="connsiteX3-59" fmla="*/ 100328 w 352425"/>
              <a:gd name="connsiteY3-60" fmla="*/ 209562 h 352425"/>
              <a:gd name="connsiteX4-61" fmla="*/ 138416 w 352425"/>
              <a:gd name="connsiteY4-62" fmla="*/ 247653 h 352425"/>
              <a:gd name="connsiteX5-63" fmla="*/ 314342 w 352425"/>
              <a:gd name="connsiteY5-64" fmla="*/ 247653 h 352425"/>
              <a:gd name="connsiteX6-65" fmla="*/ 352425 w 352425"/>
              <a:gd name="connsiteY6-66" fmla="*/ 285734 h 352425"/>
              <a:gd name="connsiteX7-67" fmla="*/ 352425 w 352425"/>
              <a:gd name="connsiteY7-68" fmla="*/ 314327 h 352425"/>
              <a:gd name="connsiteX8-69" fmla="*/ 314323 w 352425"/>
              <a:gd name="connsiteY8-70" fmla="*/ 352425 h 352425"/>
              <a:gd name="connsiteX9-71" fmla="*/ 38109 w 352425"/>
              <a:gd name="connsiteY9-72" fmla="*/ 352425 h 352425"/>
              <a:gd name="connsiteX10-73" fmla="*/ 0 w 352425"/>
              <a:gd name="connsiteY10-74" fmla="*/ 314316 h 352425"/>
              <a:gd name="connsiteX11-75" fmla="*/ 0 w 352425"/>
              <a:gd name="connsiteY11-76" fmla="*/ 38113 h 352425"/>
              <a:gd name="connsiteX12-77" fmla="*/ 38113 w 352425"/>
              <a:gd name="connsiteY12-78" fmla="*/ 0 h 352425"/>
              <a:gd name="connsiteX0-79" fmla="*/ 38113 w 352425"/>
              <a:gd name="connsiteY0-80" fmla="*/ 0 h 352425"/>
              <a:gd name="connsiteX1-81" fmla="*/ 62232 w 352425"/>
              <a:gd name="connsiteY1-82" fmla="*/ 0 h 352425"/>
              <a:gd name="connsiteX2-83" fmla="*/ 100328 w 352425"/>
              <a:gd name="connsiteY2-84" fmla="*/ 38098 h 352425"/>
              <a:gd name="connsiteX3-85" fmla="*/ 100328 w 352425"/>
              <a:gd name="connsiteY3-86" fmla="*/ 209562 h 352425"/>
              <a:gd name="connsiteX4-87" fmla="*/ 138416 w 352425"/>
              <a:gd name="connsiteY4-88" fmla="*/ 247653 h 352425"/>
              <a:gd name="connsiteX5-89" fmla="*/ 314342 w 352425"/>
              <a:gd name="connsiteY5-90" fmla="*/ 247653 h 352425"/>
              <a:gd name="connsiteX6-91" fmla="*/ 352425 w 352425"/>
              <a:gd name="connsiteY6-92" fmla="*/ 285734 h 352425"/>
              <a:gd name="connsiteX7-93" fmla="*/ 352425 w 352425"/>
              <a:gd name="connsiteY7-94" fmla="*/ 314327 h 352425"/>
              <a:gd name="connsiteX8-95" fmla="*/ 314323 w 352425"/>
              <a:gd name="connsiteY8-96" fmla="*/ 352425 h 352425"/>
              <a:gd name="connsiteX9-97" fmla="*/ 38109 w 352425"/>
              <a:gd name="connsiteY9-98" fmla="*/ 352425 h 352425"/>
              <a:gd name="connsiteX10-99" fmla="*/ 0 w 352425"/>
              <a:gd name="connsiteY10-100" fmla="*/ 314316 h 352425"/>
              <a:gd name="connsiteX11-101" fmla="*/ 0 w 352425"/>
              <a:gd name="connsiteY11-102" fmla="*/ 38113 h 352425"/>
              <a:gd name="connsiteX12-103" fmla="*/ 38113 w 352425"/>
              <a:gd name="connsiteY12-104" fmla="*/ 0 h 352425"/>
              <a:gd name="connsiteX0-105" fmla="*/ 38113 w 352425"/>
              <a:gd name="connsiteY0-106" fmla="*/ 0 h 352425"/>
              <a:gd name="connsiteX1-107" fmla="*/ 62232 w 352425"/>
              <a:gd name="connsiteY1-108" fmla="*/ 0 h 352425"/>
              <a:gd name="connsiteX2-109" fmla="*/ 100328 w 352425"/>
              <a:gd name="connsiteY2-110" fmla="*/ 38098 h 352425"/>
              <a:gd name="connsiteX3-111" fmla="*/ 100328 w 352425"/>
              <a:gd name="connsiteY3-112" fmla="*/ 209562 h 352425"/>
              <a:gd name="connsiteX4-113" fmla="*/ 138416 w 352425"/>
              <a:gd name="connsiteY4-114" fmla="*/ 247653 h 352425"/>
              <a:gd name="connsiteX5-115" fmla="*/ 314342 w 352425"/>
              <a:gd name="connsiteY5-116" fmla="*/ 247653 h 352425"/>
              <a:gd name="connsiteX6-117" fmla="*/ 352425 w 352425"/>
              <a:gd name="connsiteY6-118" fmla="*/ 285734 h 352425"/>
              <a:gd name="connsiteX7-119" fmla="*/ 352425 w 352425"/>
              <a:gd name="connsiteY7-120" fmla="*/ 314327 h 352425"/>
              <a:gd name="connsiteX8-121" fmla="*/ 314323 w 352425"/>
              <a:gd name="connsiteY8-122" fmla="*/ 352425 h 352425"/>
              <a:gd name="connsiteX9-123" fmla="*/ 38109 w 352425"/>
              <a:gd name="connsiteY9-124" fmla="*/ 352425 h 352425"/>
              <a:gd name="connsiteX10-125" fmla="*/ 0 w 352425"/>
              <a:gd name="connsiteY10-126" fmla="*/ 314316 h 352425"/>
              <a:gd name="connsiteX11-127" fmla="*/ 0 w 352425"/>
              <a:gd name="connsiteY11-128" fmla="*/ 38113 h 352425"/>
              <a:gd name="connsiteX12-129" fmla="*/ 38113 w 352425"/>
              <a:gd name="connsiteY12-130" fmla="*/ 0 h 352425"/>
              <a:gd name="connsiteX0-131" fmla="*/ 38113 w 352425"/>
              <a:gd name="connsiteY0-132" fmla="*/ 0 h 352425"/>
              <a:gd name="connsiteX1-133" fmla="*/ 62232 w 352425"/>
              <a:gd name="connsiteY1-134" fmla="*/ 0 h 352425"/>
              <a:gd name="connsiteX2-135" fmla="*/ 100328 w 352425"/>
              <a:gd name="connsiteY2-136" fmla="*/ 38098 h 352425"/>
              <a:gd name="connsiteX3-137" fmla="*/ 100328 w 352425"/>
              <a:gd name="connsiteY3-138" fmla="*/ 209562 h 352425"/>
              <a:gd name="connsiteX4-139" fmla="*/ 138416 w 352425"/>
              <a:gd name="connsiteY4-140" fmla="*/ 247653 h 352425"/>
              <a:gd name="connsiteX5-141" fmla="*/ 314342 w 352425"/>
              <a:gd name="connsiteY5-142" fmla="*/ 247653 h 352425"/>
              <a:gd name="connsiteX6-143" fmla="*/ 352425 w 352425"/>
              <a:gd name="connsiteY6-144" fmla="*/ 285734 h 352425"/>
              <a:gd name="connsiteX7-145" fmla="*/ 352425 w 352425"/>
              <a:gd name="connsiteY7-146" fmla="*/ 314327 h 352425"/>
              <a:gd name="connsiteX8-147" fmla="*/ 314323 w 352425"/>
              <a:gd name="connsiteY8-148" fmla="*/ 352425 h 352425"/>
              <a:gd name="connsiteX9-149" fmla="*/ 38109 w 352425"/>
              <a:gd name="connsiteY9-150" fmla="*/ 352425 h 352425"/>
              <a:gd name="connsiteX10-151" fmla="*/ 0 w 352425"/>
              <a:gd name="connsiteY10-152" fmla="*/ 314316 h 352425"/>
              <a:gd name="connsiteX11-153" fmla="*/ 0 w 352425"/>
              <a:gd name="connsiteY11-154" fmla="*/ 38113 h 352425"/>
              <a:gd name="connsiteX12-155" fmla="*/ 38113 w 352425"/>
              <a:gd name="connsiteY12-156" fmla="*/ 0 h 352425"/>
              <a:gd name="connsiteX0-157" fmla="*/ 38113 w 352425"/>
              <a:gd name="connsiteY0-158" fmla="*/ 0 h 352425"/>
              <a:gd name="connsiteX1-159" fmla="*/ 62232 w 352425"/>
              <a:gd name="connsiteY1-160" fmla="*/ 0 h 352425"/>
              <a:gd name="connsiteX2-161" fmla="*/ 100328 w 352425"/>
              <a:gd name="connsiteY2-162" fmla="*/ 38098 h 352425"/>
              <a:gd name="connsiteX3-163" fmla="*/ 100328 w 352425"/>
              <a:gd name="connsiteY3-164" fmla="*/ 209562 h 352425"/>
              <a:gd name="connsiteX4-165" fmla="*/ 138416 w 352425"/>
              <a:gd name="connsiteY4-166" fmla="*/ 247653 h 352425"/>
              <a:gd name="connsiteX5-167" fmla="*/ 314342 w 352425"/>
              <a:gd name="connsiteY5-168" fmla="*/ 247653 h 352425"/>
              <a:gd name="connsiteX6-169" fmla="*/ 352425 w 352425"/>
              <a:gd name="connsiteY6-170" fmla="*/ 285734 h 352425"/>
              <a:gd name="connsiteX7-171" fmla="*/ 352425 w 352425"/>
              <a:gd name="connsiteY7-172" fmla="*/ 314327 h 352425"/>
              <a:gd name="connsiteX8-173" fmla="*/ 314323 w 352425"/>
              <a:gd name="connsiteY8-174" fmla="*/ 352425 h 352425"/>
              <a:gd name="connsiteX9-175" fmla="*/ 38109 w 352425"/>
              <a:gd name="connsiteY9-176" fmla="*/ 352425 h 352425"/>
              <a:gd name="connsiteX10-177" fmla="*/ 0 w 352425"/>
              <a:gd name="connsiteY10-178" fmla="*/ 314316 h 352425"/>
              <a:gd name="connsiteX11-179" fmla="*/ 0 w 352425"/>
              <a:gd name="connsiteY11-180" fmla="*/ 38113 h 352425"/>
              <a:gd name="connsiteX12-181" fmla="*/ 38113 w 352425"/>
              <a:gd name="connsiteY12-182" fmla="*/ 0 h 352425"/>
              <a:gd name="connsiteX0-183" fmla="*/ 38113 w 352425"/>
              <a:gd name="connsiteY0-184" fmla="*/ 0 h 352425"/>
              <a:gd name="connsiteX1-185" fmla="*/ 62232 w 352425"/>
              <a:gd name="connsiteY1-186" fmla="*/ 0 h 352425"/>
              <a:gd name="connsiteX2-187" fmla="*/ 100328 w 352425"/>
              <a:gd name="connsiteY2-188" fmla="*/ 38098 h 352425"/>
              <a:gd name="connsiteX3-189" fmla="*/ 100328 w 352425"/>
              <a:gd name="connsiteY3-190" fmla="*/ 209562 h 352425"/>
              <a:gd name="connsiteX4-191" fmla="*/ 138416 w 352425"/>
              <a:gd name="connsiteY4-192" fmla="*/ 247653 h 352425"/>
              <a:gd name="connsiteX5-193" fmla="*/ 314342 w 352425"/>
              <a:gd name="connsiteY5-194" fmla="*/ 247653 h 352425"/>
              <a:gd name="connsiteX6-195" fmla="*/ 352425 w 352425"/>
              <a:gd name="connsiteY6-196" fmla="*/ 285734 h 352425"/>
              <a:gd name="connsiteX7-197" fmla="*/ 352425 w 352425"/>
              <a:gd name="connsiteY7-198" fmla="*/ 314327 h 352425"/>
              <a:gd name="connsiteX8-199" fmla="*/ 314323 w 352425"/>
              <a:gd name="connsiteY8-200" fmla="*/ 352425 h 352425"/>
              <a:gd name="connsiteX9-201" fmla="*/ 38109 w 352425"/>
              <a:gd name="connsiteY9-202" fmla="*/ 352425 h 352425"/>
              <a:gd name="connsiteX10-203" fmla="*/ 0 w 352425"/>
              <a:gd name="connsiteY10-204" fmla="*/ 314316 h 352425"/>
              <a:gd name="connsiteX11-205" fmla="*/ 0 w 352425"/>
              <a:gd name="connsiteY11-206" fmla="*/ 38113 h 352425"/>
              <a:gd name="connsiteX12-207" fmla="*/ 38113 w 352425"/>
              <a:gd name="connsiteY12-208" fmla="*/ 0 h 352425"/>
              <a:gd name="connsiteX0-209" fmla="*/ 38113 w 352425"/>
              <a:gd name="connsiteY0-210" fmla="*/ 0 h 352425"/>
              <a:gd name="connsiteX1-211" fmla="*/ 62232 w 352425"/>
              <a:gd name="connsiteY1-212" fmla="*/ 0 h 352425"/>
              <a:gd name="connsiteX2-213" fmla="*/ 100328 w 352425"/>
              <a:gd name="connsiteY2-214" fmla="*/ 38098 h 352425"/>
              <a:gd name="connsiteX3-215" fmla="*/ 100328 w 352425"/>
              <a:gd name="connsiteY3-216" fmla="*/ 209562 h 352425"/>
              <a:gd name="connsiteX4-217" fmla="*/ 138416 w 352425"/>
              <a:gd name="connsiteY4-218" fmla="*/ 247653 h 352425"/>
              <a:gd name="connsiteX5-219" fmla="*/ 314342 w 352425"/>
              <a:gd name="connsiteY5-220" fmla="*/ 247653 h 352425"/>
              <a:gd name="connsiteX6-221" fmla="*/ 352425 w 352425"/>
              <a:gd name="connsiteY6-222" fmla="*/ 285734 h 352425"/>
              <a:gd name="connsiteX7-223" fmla="*/ 352425 w 352425"/>
              <a:gd name="connsiteY7-224" fmla="*/ 314327 h 352425"/>
              <a:gd name="connsiteX8-225" fmla="*/ 314323 w 352425"/>
              <a:gd name="connsiteY8-226" fmla="*/ 352425 h 352425"/>
              <a:gd name="connsiteX9-227" fmla="*/ 38109 w 352425"/>
              <a:gd name="connsiteY9-228" fmla="*/ 352425 h 352425"/>
              <a:gd name="connsiteX10-229" fmla="*/ 0 w 352425"/>
              <a:gd name="connsiteY10-230" fmla="*/ 314316 h 352425"/>
              <a:gd name="connsiteX11-231" fmla="*/ 0 w 352425"/>
              <a:gd name="connsiteY11-232" fmla="*/ 38113 h 352425"/>
              <a:gd name="connsiteX12-233" fmla="*/ 38113 w 352425"/>
              <a:gd name="connsiteY12-234" fmla="*/ 0 h 352425"/>
              <a:gd name="connsiteX0-235" fmla="*/ 38113 w 352425"/>
              <a:gd name="connsiteY0-236" fmla="*/ 0 h 352425"/>
              <a:gd name="connsiteX1-237" fmla="*/ 62232 w 352425"/>
              <a:gd name="connsiteY1-238" fmla="*/ 0 h 352425"/>
              <a:gd name="connsiteX2-239" fmla="*/ 100328 w 352425"/>
              <a:gd name="connsiteY2-240" fmla="*/ 38098 h 352425"/>
              <a:gd name="connsiteX3-241" fmla="*/ 100328 w 352425"/>
              <a:gd name="connsiteY3-242" fmla="*/ 209562 h 352425"/>
              <a:gd name="connsiteX4-243" fmla="*/ 138416 w 352425"/>
              <a:gd name="connsiteY4-244" fmla="*/ 247653 h 352425"/>
              <a:gd name="connsiteX5-245" fmla="*/ 314342 w 352425"/>
              <a:gd name="connsiteY5-246" fmla="*/ 247653 h 352425"/>
              <a:gd name="connsiteX6-247" fmla="*/ 352425 w 352425"/>
              <a:gd name="connsiteY6-248" fmla="*/ 285734 h 352425"/>
              <a:gd name="connsiteX7-249" fmla="*/ 352425 w 352425"/>
              <a:gd name="connsiteY7-250" fmla="*/ 314327 h 352425"/>
              <a:gd name="connsiteX8-251" fmla="*/ 314323 w 352425"/>
              <a:gd name="connsiteY8-252" fmla="*/ 352425 h 352425"/>
              <a:gd name="connsiteX9-253" fmla="*/ 38109 w 352425"/>
              <a:gd name="connsiteY9-254" fmla="*/ 352425 h 352425"/>
              <a:gd name="connsiteX10-255" fmla="*/ 0 w 352425"/>
              <a:gd name="connsiteY10-256" fmla="*/ 314316 h 352425"/>
              <a:gd name="connsiteX11-257" fmla="*/ 0 w 352425"/>
              <a:gd name="connsiteY11-258" fmla="*/ 38113 h 352425"/>
              <a:gd name="connsiteX12-259" fmla="*/ 38113 w 352425"/>
              <a:gd name="connsiteY12-260" fmla="*/ 0 h 352425"/>
              <a:gd name="connsiteX0-261" fmla="*/ 38113 w 352425"/>
              <a:gd name="connsiteY0-262" fmla="*/ 0 h 352425"/>
              <a:gd name="connsiteX1-263" fmla="*/ 62232 w 352425"/>
              <a:gd name="connsiteY1-264" fmla="*/ 0 h 352425"/>
              <a:gd name="connsiteX2-265" fmla="*/ 100328 w 352425"/>
              <a:gd name="connsiteY2-266" fmla="*/ 38098 h 352425"/>
              <a:gd name="connsiteX3-267" fmla="*/ 100328 w 352425"/>
              <a:gd name="connsiteY3-268" fmla="*/ 209562 h 352425"/>
              <a:gd name="connsiteX4-269" fmla="*/ 138416 w 352425"/>
              <a:gd name="connsiteY4-270" fmla="*/ 247653 h 352425"/>
              <a:gd name="connsiteX5-271" fmla="*/ 314342 w 352425"/>
              <a:gd name="connsiteY5-272" fmla="*/ 247653 h 352425"/>
              <a:gd name="connsiteX6-273" fmla="*/ 352425 w 352425"/>
              <a:gd name="connsiteY6-274" fmla="*/ 285734 h 352425"/>
              <a:gd name="connsiteX7-275" fmla="*/ 352425 w 352425"/>
              <a:gd name="connsiteY7-276" fmla="*/ 314327 h 352425"/>
              <a:gd name="connsiteX8-277" fmla="*/ 314323 w 352425"/>
              <a:gd name="connsiteY8-278" fmla="*/ 352425 h 352425"/>
              <a:gd name="connsiteX9-279" fmla="*/ 38109 w 352425"/>
              <a:gd name="connsiteY9-280" fmla="*/ 352425 h 352425"/>
              <a:gd name="connsiteX10-281" fmla="*/ 0 w 352425"/>
              <a:gd name="connsiteY10-282" fmla="*/ 314316 h 352425"/>
              <a:gd name="connsiteX11-283" fmla="*/ 0 w 352425"/>
              <a:gd name="connsiteY11-284" fmla="*/ 38113 h 352425"/>
              <a:gd name="connsiteX12-285" fmla="*/ 38113 w 352425"/>
              <a:gd name="connsiteY12-286" fmla="*/ 0 h 352425"/>
              <a:gd name="connsiteX0-287" fmla="*/ 38113 w 352425"/>
              <a:gd name="connsiteY0-288" fmla="*/ 0 h 352425"/>
              <a:gd name="connsiteX1-289" fmla="*/ 62232 w 352425"/>
              <a:gd name="connsiteY1-290" fmla="*/ 0 h 352425"/>
              <a:gd name="connsiteX2-291" fmla="*/ 100328 w 352425"/>
              <a:gd name="connsiteY2-292" fmla="*/ 38098 h 352425"/>
              <a:gd name="connsiteX3-293" fmla="*/ 100328 w 352425"/>
              <a:gd name="connsiteY3-294" fmla="*/ 209562 h 352425"/>
              <a:gd name="connsiteX4-295" fmla="*/ 138416 w 352425"/>
              <a:gd name="connsiteY4-296" fmla="*/ 247653 h 352425"/>
              <a:gd name="connsiteX5-297" fmla="*/ 314342 w 352425"/>
              <a:gd name="connsiteY5-298" fmla="*/ 247653 h 352425"/>
              <a:gd name="connsiteX6-299" fmla="*/ 352425 w 352425"/>
              <a:gd name="connsiteY6-300" fmla="*/ 285734 h 352425"/>
              <a:gd name="connsiteX7-301" fmla="*/ 352425 w 352425"/>
              <a:gd name="connsiteY7-302" fmla="*/ 314327 h 352425"/>
              <a:gd name="connsiteX8-303" fmla="*/ 314323 w 352425"/>
              <a:gd name="connsiteY8-304" fmla="*/ 352425 h 352425"/>
              <a:gd name="connsiteX9-305" fmla="*/ 38109 w 352425"/>
              <a:gd name="connsiteY9-306" fmla="*/ 352425 h 352425"/>
              <a:gd name="connsiteX10-307" fmla="*/ 0 w 352425"/>
              <a:gd name="connsiteY10-308" fmla="*/ 314316 h 352425"/>
              <a:gd name="connsiteX11-309" fmla="*/ 0 w 352425"/>
              <a:gd name="connsiteY11-310" fmla="*/ 38113 h 352425"/>
              <a:gd name="connsiteX12-311" fmla="*/ 38113 w 352425"/>
              <a:gd name="connsiteY12-312" fmla="*/ 0 h 352425"/>
              <a:gd name="connsiteX0-313" fmla="*/ 38113 w 352425"/>
              <a:gd name="connsiteY0-314" fmla="*/ 0 h 352425"/>
              <a:gd name="connsiteX1-315" fmla="*/ 62232 w 352425"/>
              <a:gd name="connsiteY1-316" fmla="*/ 0 h 352425"/>
              <a:gd name="connsiteX2-317" fmla="*/ 100328 w 352425"/>
              <a:gd name="connsiteY2-318" fmla="*/ 38098 h 352425"/>
              <a:gd name="connsiteX3-319" fmla="*/ 100328 w 352425"/>
              <a:gd name="connsiteY3-320" fmla="*/ 209562 h 352425"/>
              <a:gd name="connsiteX4-321" fmla="*/ 138416 w 352425"/>
              <a:gd name="connsiteY4-322" fmla="*/ 247653 h 352425"/>
              <a:gd name="connsiteX5-323" fmla="*/ 314342 w 352425"/>
              <a:gd name="connsiteY5-324" fmla="*/ 247653 h 352425"/>
              <a:gd name="connsiteX6-325" fmla="*/ 352425 w 352425"/>
              <a:gd name="connsiteY6-326" fmla="*/ 285734 h 352425"/>
              <a:gd name="connsiteX7-327" fmla="*/ 352425 w 352425"/>
              <a:gd name="connsiteY7-328" fmla="*/ 314327 h 352425"/>
              <a:gd name="connsiteX8-329" fmla="*/ 314323 w 352425"/>
              <a:gd name="connsiteY8-330" fmla="*/ 352425 h 352425"/>
              <a:gd name="connsiteX9-331" fmla="*/ 38109 w 352425"/>
              <a:gd name="connsiteY9-332" fmla="*/ 352425 h 352425"/>
              <a:gd name="connsiteX10-333" fmla="*/ 0 w 352425"/>
              <a:gd name="connsiteY10-334" fmla="*/ 314316 h 352425"/>
              <a:gd name="connsiteX11-335" fmla="*/ 0 w 352425"/>
              <a:gd name="connsiteY11-336" fmla="*/ 38113 h 352425"/>
              <a:gd name="connsiteX12-337" fmla="*/ 38113 w 352425"/>
              <a:gd name="connsiteY12-338" fmla="*/ 0 h 352425"/>
              <a:gd name="connsiteX0-339" fmla="*/ 38113 w 352425"/>
              <a:gd name="connsiteY0-340" fmla="*/ 0 h 352425"/>
              <a:gd name="connsiteX1-341" fmla="*/ 62232 w 352425"/>
              <a:gd name="connsiteY1-342" fmla="*/ 0 h 352425"/>
              <a:gd name="connsiteX2-343" fmla="*/ 100328 w 352425"/>
              <a:gd name="connsiteY2-344" fmla="*/ 38098 h 352425"/>
              <a:gd name="connsiteX3-345" fmla="*/ 100328 w 352425"/>
              <a:gd name="connsiteY3-346" fmla="*/ 209562 h 352425"/>
              <a:gd name="connsiteX4-347" fmla="*/ 138416 w 352425"/>
              <a:gd name="connsiteY4-348" fmla="*/ 247653 h 352425"/>
              <a:gd name="connsiteX5-349" fmla="*/ 314342 w 352425"/>
              <a:gd name="connsiteY5-350" fmla="*/ 247653 h 352425"/>
              <a:gd name="connsiteX6-351" fmla="*/ 352425 w 352425"/>
              <a:gd name="connsiteY6-352" fmla="*/ 285734 h 352425"/>
              <a:gd name="connsiteX7-353" fmla="*/ 352425 w 352425"/>
              <a:gd name="connsiteY7-354" fmla="*/ 314327 h 352425"/>
              <a:gd name="connsiteX8-355" fmla="*/ 314323 w 352425"/>
              <a:gd name="connsiteY8-356" fmla="*/ 352425 h 352425"/>
              <a:gd name="connsiteX9-357" fmla="*/ 38109 w 352425"/>
              <a:gd name="connsiteY9-358" fmla="*/ 352425 h 352425"/>
              <a:gd name="connsiteX10-359" fmla="*/ 0 w 352425"/>
              <a:gd name="connsiteY10-360" fmla="*/ 314316 h 352425"/>
              <a:gd name="connsiteX11-361" fmla="*/ 0 w 352425"/>
              <a:gd name="connsiteY11-362" fmla="*/ 38113 h 352425"/>
              <a:gd name="connsiteX12-363" fmla="*/ 38113 w 352425"/>
              <a:gd name="connsiteY12-364" fmla="*/ 0 h 352425"/>
              <a:gd name="connsiteX0-365" fmla="*/ 38113 w 352425"/>
              <a:gd name="connsiteY0-366" fmla="*/ 0 h 352425"/>
              <a:gd name="connsiteX1-367" fmla="*/ 62232 w 352425"/>
              <a:gd name="connsiteY1-368" fmla="*/ 0 h 352425"/>
              <a:gd name="connsiteX2-369" fmla="*/ 100328 w 352425"/>
              <a:gd name="connsiteY2-370" fmla="*/ 38098 h 352425"/>
              <a:gd name="connsiteX3-371" fmla="*/ 100328 w 352425"/>
              <a:gd name="connsiteY3-372" fmla="*/ 209562 h 352425"/>
              <a:gd name="connsiteX4-373" fmla="*/ 138416 w 352425"/>
              <a:gd name="connsiteY4-374" fmla="*/ 247653 h 352425"/>
              <a:gd name="connsiteX5-375" fmla="*/ 314342 w 352425"/>
              <a:gd name="connsiteY5-376" fmla="*/ 247653 h 352425"/>
              <a:gd name="connsiteX6-377" fmla="*/ 352425 w 352425"/>
              <a:gd name="connsiteY6-378" fmla="*/ 285734 h 352425"/>
              <a:gd name="connsiteX7-379" fmla="*/ 352425 w 352425"/>
              <a:gd name="connsiteY7-380" fmla="*/ 314327 h 352425"/>
              <a:gd name="connsiteX8-381" fmla="*/ 314323 w 352425"/>
              <a:gd name="connsiteY8-382" fmla="*/ 352425 h 352425"/>
              <a:gd name="connsiteX9-383" fmla="*/ 38109 w 352425"/>
              <a:gd name="connsiteY9-384" fmla="*/ 352425 h 352425"/>
              <a:gd name="connsiteX10-385" fmla="*/ 0 w 352425"/>
              <a:gd name="connsiteY10-386" fmla="*/ 314316 h 352425"/>
              <a:gd name="connsiteX11-387" fmla="*/ 0 w 352425"/>
              <a:gd name="connsiteY11-388" fmla="*/ 38113 h 352425"/>
              <a:gd name="connsiteX12-389" fmla="*/ 38113 w 352425"/>
              <a:gd name="connsiteY12-390" fmla="*/ 0 h 352425"/>
              <a:gd name="connsiteX0-391" fmla="*/ 38113 w 352425"/>
              <a:gd name="connsiteY0-392" fmla="*/ 0 h 352425"/>
              <a:gd name="connsiteX1-393" fmla="*/ 62232 w 352425"/>
              <a:gd name="connsiteY1-394" fmla="*/ 0 h 352425"/>
              <a:gd name="connsiteX2-395" fmla="*/ 100328 w 352425"/>
              <a:gd name="connsiteY2-396" fmla="*/ 38098 h 352425"/>
              <a:gd name="connsiteX3-397" fmla="*/ 100328 w 352425"/>
              <a:gd name="connsiteY3-398" fmla="*/ 209562 h 352425"/>
              <a:gd name="connsiteX4-399" fmla="*/ 138416 w 352425"/>
              <a:gd name="connsiteY4-400" fmla="*/ 247653 h 352425"/>
              <a:gd name="connsiteX5-401" fmla="*/ 314342 w 352425"/>
              <a:gd name="connsiteY5-402" fmla="*/ 247653 h 352425"/>
              <a:gd name="connsiteX6-403" fmla="*/ 352425 w 352425"/>
              <a:gd name="connsiteY6-404" fmla="*/ 285734 h 352425"/>
              <a:gd name="connsiteX7-405" fmla="*/ 352425 w 352425"/>
              <a:gd name="connsiteY7-406" fmla="*/ 314327 h 352425"/>
              <a:gd name="connsiteX8-407" fmla="*/ 314323 w 352425"/>
              <a:gd name="connsiteY8-408" fmla="*/ 352425 h 352425"/>
              <a:gd name="connsiteX9-409" fmla="*/ 38109 w 352425"/>
              <a:gd name="connsiteY9-410" fmla="*/ 352425 h 352425"/>
              <a:gd name="connsiteX10-411" fmla="*/ 0 w 352425"/>
              <a:gd name="connsiteY10-412" fmla="*/ 314316 h 352425"/>
              <a:gd name="connsiteX11-413" fmla="*/ 0 w 352425"/>
              <a:gd name="connsiteY11-414" fmla="*/ 38113 h 352425"/>
              <a:gd name="connsiteX12-415" fmla="*/ 38113 w 352425"/>
              <a:gd name="connsiteY12-416" fmla="*/ 0 h 352425"/>
              <a:gd name="connsiteX0-417" fmla="*/ 38113 w 352425"/>
              <a:gd name="connsiteY0-418" fmla="*/ 0 h 352425"/>
              <a:gd name="connsiteX1-419" fmla="*/ 62232 w 352425"/>
              <a:gd name="connsiteY1-420" fmla="*/ 0 h 352425"/>
              <a:gd name="connsiteX2-421" fmla="*/ 100328 w 352425"/>
              <a:gd name="connsiteY2-422" fmla="*/ 38098 h 352425"/>
              <a:gd name="connsiteX3-423" fmla="*/ 100328 w 352425"/>
              <a:gd name="connsiteY3-424" fmla="*/ 209562 h 352425"/>
              <a:gd name="connsiteX4-425" fmla="*/ 138416 w 352425"/>
              <a:gd name="connsiteY4-426" fmla="*/ 247653 h 352425"/>
              <a:gd name="connsiteX5-427" fmla="*/ 314342 w 352425"/>
              <a:gd name="connsiteY5-428" fmla="*/ 247653 h 352425"/>
              <a:gd name="connsiteX6-429" fmla="*/ 352425 w 352425"/>
              <a:gd name="connsiteY6-430" fmla="*/ 285734 h 352425"/>
              <a:gd name="connsiteX7-431" fmla="*/ 352425 w 352425"/>
              <a:gd name="connsiteY7-432" fmla="*/ 314327 h 352425"/>
              <a:gd name="connsiteX8-433" fmla="*/ 314323 w 352425"/>
              <a:gd name="connsiteY8-434" fmla="*/ 352425 h 352425"/>
              <a:gd name="connsiteX9-435" fmla="*/ 38109 w 352425"/>
              <a:gd name="connsiteY9-436" fmla="*/ 352425 h 352425"/>
              <a:gd name="connsiteX10-437" fmla="*/ 0 w 352425"/>
              <a:gd name="connsiteY10-438" fmla="*/ 314316 h 352425"/>
              <a:gd name="connsiteX11-439" fmla="*/ 0 w 352425"/>
              <a:gd name="connsiteY11-440" fmla="*/ 38113 h 352425"/>
              <a:gd name="connsiteX12-441" fmla="*/ 38113 w 352425"/>
              <a:gd name="connsiteY12-442" fmla="*/ 0 h 352425"/>
              <a:gd name="connsiteX0-443" fmla="*/ 38113 w 352425"/>
              <a:gd name="connsiteY0-444" fmla="*/ 0 h 352425"/>
              <a:gd name="connsiteX1-445" fmla="*/ 62232 w 352425"/>
              <a:gd name="connsiteY1-446" fmla="*/ 0 h 352425"/>
              <a:gd name="connsiteX2-447" fmla="*/ 100328 w 352425"/>
              <a:gd name="connsiteY2-448" fmla="*/ 38098 h 352425"/>
              <a:gd name="connsiteX3-449" fmla="*/ 100328 w 352425"/>
              <a:gd name="connsiteY3-450" fmla="*/ 209562 h 352425"/>
              <a:gd name="connsiteX4-451" fmla="*/ 138416 w 352425"/>
              <a:gd name="connsiteY4-452" fmla="*/ 247653 h 352425"/>
              <a:gd name="connsiteX5-453" fmla="*/ 314342 w 352425"/>
              <a:gd name="connsiteY5-454" fmla="*/ 247653 h 352425"/>
              <a:gd name="connsiteX6-455" fmla="*/ 352425 w 352425"/>
              <a:gd name="connsiteY6-456" fmla="*/ 285734 h 352425"/>
              <a:gd name="connsiteX7-457" fmla="*/ 352425 w 352425"/>
              <a:gd name="connsiteY7-458" fmla="*/ 314327 h 352425"/>
              <a:gd name="connsiteX8-459" fmla="*/ 314323 w 352425"/>
              <a:gd name="connsiteY8-460" fmla="*/ 352425 h 352425"/>
              <a:gd name="connsiteX9-461" fmla="*/ 38109 w 352425"/>
              <a:gd name="connsiteY9-462" fmla="*/ 352425 h 352425"/>
              <a:gd name="connsiteX10-463" fmla="*/ 0 w 352425"/>
              <a:gd name="connsiteY10-464" fmla="*/ 314316 h 352425"/>
              <a:gd name="connsiteX11-465" fmla="*/ 0 w 352425"/>
              <a:gd name="connsiteY11-466" fmla="*/ 38113 h 352425"/>
              <a:gd name="connsiteX12-467" fmla="*/ 38113 w 352425"/>
              <a:gd name="connsiteY12-468" fmla="*/ 0 h 352425"/>
              <a:gd name="connsiteX0-469" fmla="*/ 38113 w 352425"/>
              <a:gd name="connsiteY0-470" fmla="*/ 0 h 352425"/>
              <a:gd name="connsiteX1-471" fmla="*/ 62232 w 352425"/>
              <a:gd name="connsiteY1-472" fmla="*/ 0 h 352425"/>
              <a:gd name="connsiteX2-473" fmla="*/ 100328 w 352425"/>
              <a:gd name="connsiteY2-474" fmla="*/ 38098 h 352425"/>
              <a:gd name="connsiteX3-475" fmla="*/ 100328 w 352425"/>
              <a:gd name="connsiteY3-476" fmla="*/ 209562 h 352425"/>
              <a:gd name="connsiteX4-477" fmla="*/ 138416 w 352425"/>
              <a:gd name="connsiteY4-478" fmla="*/ 247653 h 352425"/>
              <a:gd name="connsiteX5-479" fmla="*/ 314342 w 352425"/>
              <a:gd name="connsiteY5-480" fmla="*/ 247653 h 352425"/>
              <a:gd name="connsiteX6-481" fmla="*/ 352425 w 352425"/>
              <a:gd name="connsiteY6-482" fmla="*/ 285734 h 352425"/>
              <a:gd name="connsiteX7-483" fmla="*/ 352425 w 352425"/>
              <a:gd name="connsiteY7-484" fmla="*/ 314327 h 352425"/>
              <a:gd name="connsiteX8-485" fmla="*/ 314323 w 352425"/>
              <a:gd name="connsiteY8-486" fmla="*/ 352425 h 352425"/>
              <a:gd name="connsiteX9-487" fmla="*/ 38109 w 352425"/>
              <a:gd name="connsiteY9-488" fmla="*/ 352425 h 352425"/>
              <a:gd name="connsiteX10-489" fmla="*/ 0 w 352425"/>
              <a:gd name="connsiteY10-490" fmla="*/ 314316 h 352425"/>
              <a:gd name="connsiteX11-491" fmla="*/ 0 w 352425"/>
              <a:gd name="connsiteY11-492" fmla="*/ 38113 h 352425"/>
              <a:gd name="connsiteX12-493" fmla="*/ 38113 w 352425"/>
              <a:gd name="connsiteY12-494" fmla="*/ 0 h 352425"/>
              <a:gd name="connsiteX0-495" fmla="*/ 38113 w 352425"/>
              <a:gd name="connsiteY0-496" fmla="*/ 0 h 352425"/>
              <a:gd name="connsiteX1-497" fmla="*/ 62232 w 352425"/>
              <a:gd name="connsiteY1-498" fmla="*/ 0 h 352425"/>
              <a:gd name="connsiteX2-499" fmla="*/ 100328 w 352425"/>
              <a:gd name="connsiteY2-500" fmla="*/ 38098 h 352425"/>
              <a:gd name="connsiteX3-501" fmla="*/ 100328 w 352425"/>
              <a:gd name="connsiteY3-502" fmla="*/ 209562 h 352425"/>
              <a:gd name="connsiteX4-503" fmla="*/ 138416 w 352425"/>
              <a:gd name="connsiteY4-504" fmla="*/ 247653 h 352425"/>
              <a:gd name="connsiteX5-505" fmla="*/ 314342 w 352425"/>
              <a:gd name="connsiteY5-506" fmla="*/ 247653 h 352425"/>
              <a:gd name="connsiteX6-507" fmla="*/ 352425 w 352425"/>
              <a:gd name="connsiteY6-508" fmla="*/ 285734 h 352425"/>
              <a:gd name="connsiteX7-509" fmla="*/ 352425 w 352425"/>
              <a:gd name="connsiteY7-510" fmla="*/ 314327 h 352425"/>
              <a:gd name="connsiteX8-511" fmla="*/ 314323 w 352425"/>
              <a:gd name="connsiteY8-512" fmla="*/ 352425 h 352425"/>
              <a:gd name="connsiteX9-513" fmla="*/ 38109 w 352425"/>
              <a:gd name="connsiteY9-514" fmla="*/ 352425 h 352425"/>
              <a:gd name="connsiteX10-515" fmla="*/ 0 w 352425"/>
              <a:gd name="connsiteY10-516" fmla="*/ 314316 h 352425"/>
              <a:gd name="connsiteX11-517" fmla="*/ 0 w 352425"/>
              <a:gd name="connsiteY11-518" fmla="*/ 38113 h 352425"/>
              <a:gd name="connsiteX12-519" fmla="*/ 38113 w 352425"/>
              <a:gd name="connsiteY12-520" fmla="*/ 0 h 352425"/>
              <a:gd name="connsiteX0-521" fmla="*/ 38113 w 352425"/>
              <a:gd name="connsiteY0-522" fmla="*/ 0 h 352425"/>
              <a:gd name="connsiteX1-523" fmla="*/ 62232 w 352425"/>
              <a:gd name="connsiteY1-524" fmla="*/ 0 h 352425"/>
              <a:gd name="connsiteX2-525" fmla="*/ 100328 w 352425"/>
              <a:gd name="connsiteY2-526" fmla="*/ 38098 h 352425"/>
              <a:gd name="connsiteX3-527" fmla="*/ 100328 w 352425"/>
              <a:gd name="connsiteY3-528" fmla="*/ 209562 h 352425"/>
              <a:gd name="connsiteX4-529" fmla="*/ 138416 w 352425"/>
              <a:gd name="connsiteY4-530" fmla="*/ 247653 h 352425"/>
              <a:gd name="connsiteX5-531" fmla="*/ 314342 w 352425"/>
              <a:gd name="connsiteY5-532" fmla="*/ 247653 h 352425"/>
              <a:gd name="connsiteX6-533" fmla="*/ 352425 w 352425"/>
              <a:gd name="connsiteY6-534" fmla="*/ 285734 h 352425"/>
              <a:gd name="connsiteX7-535" fmla="*/ 352425 w 352425"/>
              <a:gd name="connsiteY7-536" fmla="*/ 314327 h 352425"/>
              <a:gd name="connsiteX8-537" fmla="*/ 314323 w 352425"/>
              <a:gd name="connsiteY8-538" fmla="*/ 352425 h 352425"/>
              <a:gd name="connsiteX9-539" fmla="*/ 38109 w 352425"/>
              <a:gd name="connsiteY9-540" fmla="*/ 352425 h 352425"/>
              <a:gd name="connsiteX10-541" fmla="*/ 0 w 352425"/>
              <a:gd name="connsiteY10-542" fmla="*/ 314316 h 352425"/>
              <a:gd name="connsiteX11-543" fmla="*/ 0 w 352425"/>
              <a:gd name="connsiteY11-544" fmla="*/ 38113 h 352425"/>
              <a:gd name="connsiteX12-545" fmla="*/ 38113 w 352425"/>
              <a:gd name="connsiteY12-546" fmla="*/ 0 h 352425"/>
              <a:gd name="connsiteX0-547" fmla="*/ 38113 w 352425"/>
              <a:gd name="connsiteY0-548" fmla="*/ 0 h 352425"/>
              <a:gd name="connsiteX1-549" fmla="*/ 62232 w 352425"/>
              <a:gd name="connsiteY1-550" fmla="*/ 0 h 352425"/>
              <a:gd name="connsiteX2-551" fmla="*/ 100328 w 352425"/>
              <a:gd name="connsiteY2-552" fmla="*/ 38098 h 352425"/>
              <a:gd name="connsiteX3-553" fmla="*/ 100328 w 352425"/>
              <a:gd name="connsiteY3-554" fmla="*/ 209562 h 352425"/>
              <a:gd name="connsiteX4-555" fmla="*/ 138416 w 352425"/>
              <a:gd name="connsiteY4-556" fmla="*/ 247653 h 352425"/>
              <a:gd name="connsiteX5-557" fmla="*/ 314342 w 352425"/>
              <a:gd name="connsiteY5-558" fmla="*/ 247653 h 352425"/>
              <a:gd name="connsiteX6-559" fmla="*/ 352425 w 352425"/>
              <a:gd name="connsiteY6-560" fmla="*/ 285734 h 352425"/>
              <a:gd name="connsiteX7-561" fmla="*/ 352425 w 352425"/>
              <a:gd name="connsiteY7-562" fmla="*/ 314327 h 352425"/>
              <a:gd name="connsiteX8-563" fmla="*/ 314323 w 352425"/>
              <a:gd name="connsiteY8-564" fmla="*/ 352425 h 352425"/>
              <a:gd name="connsiteX9-565" fmla="*/ 38109 w 352425"/>
              <a:gd name="connsiteY9-566" fmla="*/ 352425 h 352425"/>
              <a:gd name="connsiteX10-567" fmla="*/ 0 w 352425"/>
              <a:gd name="connsiteY10-568" fmla="*/ 314316 h 352425"/>
              <a:gd name="connsiteX11-569" fmla="*/ 0 w 352425"/>
              <a:gd name="connsiteY11-570" fmla="*/ 38113 h 352425"/>
              <a:gd name="connsiteX12-571" fmla="*/ 38113 w 352425"/>
              <a:gd name="connsiteY12-572" fmla="*/ 0 h 3524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</a:cxnLst>
            <a:rect l="l" t="t" r="r" b="b"/>
            <a:pathLst>
              <a:path w="352425" h="352425">
                <a:moveTo>
                  <a:pt x="38113" y="0"/>
                </a:moveTo>
                <a:cubicBezTo>
                  <a:pt x="38113" y="0"/>
                  <a:pt x="62233" y="1"/>
                  <a:pt x="62232" y="0"/>
                </a:cubicBezTo>
                <a:cubicBezTo>
                  <a:pt x="84551" y="1"/>
                  <a:pt x="100329" y="15781"/>
                  <a:pt x="100328" y="38098"/>
                </a:cubicBezTo>
                <a:cubicBezTo>
                  <a:pt x="100329" y="38099"/>
                  <a:pt x="100329" y="209563"/>
                  <a:pt x="100328" y="209562"/>
                </a:cubicBezTo>
                <a:cubicBezTo>
                  <a:pt x="100329" y="231876"/>
                  <a:pt x="116104" y="247654"/>
                  <a:pt x="138416" y="247653"/>
                </a:cubicBezTo>
                <a:cubicBezTo>
                  <a:pt x="138417" y="247654"/>
                  <a:pt x="314343" y="247654"/>
                  <a:pt x="314342" y="247653"/>
                </a:cubicBezTo>
                <a:cubicBezTo>
                  <a:pt x="336652" y="247654"/>
                  <a:pt x="352426" y="263426"/>
                  <a:pt x="352425" y="285734"/>
                </a:cubicBezTo>
                <a:cubicBezTo>
                  <a:pt x="352426" y="285735"/>
                  <a:pt x="352426" y="314328"/>
                  <a:pt x="352425" y="314327"/>
                </a:cubicBezTo>
                <a:cubicBezTo>
                  <a:pt x="352426" y="336646"/>
                  <a:pt x="336644" y="352426"/>
                  <a:pt x="314323" y="352425"/>
                </a:cubicBezTo>
                <a:cubicBezTo>
                  <a:pt x="314324" y="352426"/>
                  <a:pt x="38110" y="352426"/>
                  <a:pt x="38109" y="352425"/>
                </a:cubicBezTo>
                <a:cubicBezTo>
                  <a:pt x="15787" y="352426"/>
                  <a:pt x="1" y="336640"/>
                  <a:pt x="0" y="314316"/>
                </a:cubicBezTo>
                <a:cubicBezTo>
                  <a:pt x="1" y="314317"/>
                  <a:pt x="1" y="38114"/>
                  <a:pt x="0" y="38113"/>
                </a:cubicBezTo>
                <a:cubicBezTo>
                  <a:pt x="1" y="15790"/>
                  <a:pt x="15788" y="0"/>
                  <a:pt x="38113" y="0"/>
                </a:cubicBezTo>
                <a:close/>
              </a:path>
            </a:pathLst>
          </a:custGeom>
          <a:gradFill>
            <a:gsLst>
              <a:gs pos="88000">
                <a:schemeClr val="accent1"/>
              </a:gs>
              <a:gs pos="0">
                <a:schemeClr val="accent1">
                  <a:lumMod val="25000"/>
                  <a:lumOff val="75000"/>
                </a:schemeClr>
              </a:gs>
            </a:gsLst>
            <a:lin ang="8100000" scaled="1"/>
          </a:gradFill>
          <a:ln>
            <a:noFill/>
          </a:ln>
          <a:effectLst>
            <a:outerShdw blurRad="101600" dist="38100" dir="13500000" algn="br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任意多边形: 形状 14"/>
          <p:cNvSpPr/>
          <p:nvPr>
            <p:custDataLst>
              <p:tags r:id="rId6"/>
            </p:custDataLst>
          </p:nvPr>
        </p:nvSpPr>
        <p:spPr>
          <a:xfrm rot="16200000" flipH="1">
            <a:off x="11196789" y="1393927"/>
            <a:ext cx="352425" cy="352425"/>
          </a:xfrm>
          <a:custGeom>
            <a:avLst/>
            <a:gdLst>
              <a:gd name="connsiteX0" fmla="*/ 38113 w 352425"/>
              <a:gd name="connsiteY0" fmla="*/ 0 h 352425"/>
              <a:gd name="connsiteX1" fmla="*/ 62232 w 352425"/>
              <a:gd name="connsiteY1" fmla="*/ 0 h 352425"/>
              <a:gd name="connsiteX2" fmla="*/ 100328 w 352425"/>
              <a:gd name="connsiteY2" fmla="*/ 38098 h 352425"/>
              <a:gd name="connsiteX3" fmla="*/ 100328 w 352425"/>
              <a:gd name="connsiteY3" fmla="*/ 209562 h 352425"/>
              <a:gd name="connsiteX4" fmla="*/ 138416 w 352425"/>
              <a:gd name="connsiteY4" fmla="*/ 247653 h 352425"/>
              <a:gd name="connsiteX5" fmla="*/ 314342 w 352425"/>
              <a:gd name="connsiteY5" fmla="*/ 247653 h 352425"/>
              <a:gd name="connsiteX6" fmla="*/ 352425 w 352425"/>
              <a:gd name="connsiteY6" fmla="*/ 285734 h 352425"/>
              <a:gd name="connsiteX7" fmla="*/ 352425 w 352425"/>
              <a:gd name="connsiteY7" fmla="*/ 314327 h 352425"/>
              <a:gd name="connsiteX8" fmla="*/ 314323 w 352425"/>
              <a:gd name="connsiteY8" fmla="*/ 352425 h 352425"/>
              <a:gd name="connsiteX9" fmla="*/ 38109 w 352425"/>
              <a:gd name="connsiteY9" fmla="*/ 352425 h 352425"/>
              <a:gd name="connsiteX10" fmla="*/ 0 w 352425"/>
              <a:gd name="connsiteY10" fmla="*/ 314316 h 352425"/>
              <a:gd name="connsiteX11" fmla="*/ 0 w 352425"/>
              <a:gd name="connsiteY11" fmla="*/ 38113 h 352425"/>
              <a:gd name="connsiteX12" fmla="*/ 38113 w 352425"/>
              <a:gd name="connsiteY12" fmla="*/ 0 h 352425"/>
              <a:gd name="connsiteX0-1" fmla="*/ 38113 w 352425"/>
              <a:gd name="connsiteY0-2" fmla="*/ 0 h 352425"/>
              <a:gd name="connsiteX1-3" fmla="*/ 62232 w 352425"/>
              <a:gd name="connsiteY1-4" fmla="*/ 0 h 352425"/>
              <a:gd name="connsiteX2-5" fmla="*/ 100328 w 352425"/>
              <a:gd name="connsiteY2-6" fmla="*/ 38098 h 352425"/>
              <a:gd name="connsiteX3-7" fmla="*/ 100328 w 352425"/>
              <a:gd name="connsiteY3-8" fmla="*/ 209562 h 352425"/>
              <a:gd name="connsiteX4-9" fmla="*/ 138416 w 352425"/>
              <a:gd name="connsiteY4-10" fmla="*/ 247653 h 352425"/>
              <a:gd name="connsiteX5-11" fmla="*/ 314342 w 352425"/>
              <a:gd name="connsiteY5-12" fmla="*/ 247653 h 352425"/>
              <a:gd name="connsiteX6-13" fmla="*/ 352425 w 352425"/>
              <a:gd name="connsiteY6-14" fmla="*/ 285734 h 352425"/>
              <a:gd name="connsiteX7-15" fmla="*/ 352425 w 352425"/>
              <a:gd name="connsiteY7-16" fmla="*/ 314327 h 352425"/>
              <a:gd name="connsiteX8-17" fmla="*/ 314323 w 352425"/>
              <a:gd name="connsiteY8-18" fmla="*/ 352425 h 352425"/>
              <a:gd name="connsiteX9-19" fmla="*/ 38109 w 352425"/>
              <a:gd name="connsiteY9-20" fmla="*/ 352425 h 352425"/>
              <a:gd name="connsiteX10-21" fmla="*/ 0 w 352425"/>
              <a:gd name="connsiteY10-22" fmla="*/ 314316 h 352425"/>
              <a:gd name="connsiteX11-23" fmla="*/ 0 w 352425"/>
              <a:gd name="connsiteY11-24" fmla="*/ 38113 h 352425"/>
              <a:gd name="connsiteX12-25" fmla="*/ 38113 w 352425"/>
              <a:gd name="connsiteY12-26" fmla="*/ 0 h 352425"/>
              <a:gd name="connsiteX0-27" fmla="*/ 38113 w 352425"/>
              <a:gd name="connsiteY0-28" fmla="*/ 0 h 352425"/>
              <a:gd name="connsiteX1-29" fmla="*/ 62232 w 352425"/>
              <a:gd name="connsiteY1-30" fmla="*/ 0 h 352425"/>
              <a:gd name="connsiteX2-31" fmla="*/ 100328 w 352425"/>
              <a:gd name="connsiteY2-32" fmla="*/ 38098 h 352425"/>
              <a:gd name="connsiteX3-33" fmla="*/ 100328 w 352425"/>
              <a:gd name="connsiteY3-34" fmla="*/ 209562 h 352425"/>
              <a:gd name="connsiteX4-35" fmla="*/ 138416 w 352425"/>
              <a:gd name="connsiteY4-36" fmla="*/ 247653 h 352425"/>
              <a:gd name="connsiteX5-37" fmla="*/ 314342 w 352425"/>
              <a:gd name="connsiteY5-38" fmla="*/ 247653 h 352425"/>
              <a:gd name="connsiteX6-39" fmla="*/ 352425 w 352425"/>
              <a:gd name="connsiteY6-40" fmla="*/ 285734 h 352425"/>
              <a:gd name="connsiteX7-41" fmla="*/ 352425 w 352425"/>
              <a:gd name="connsiteY7-42" fmla="*/ 314327 h 352425"/>
              <a:gd name="connsiteX8-43" fmla="*/ 314323 w 352425"/>
              <a:gd name="connsiteY8-44" fmla="*/ 352425 h 352425"/>
              <a:gd name="connsiteX9-45" fmla="*/ 38109 w 352425"/>
              <a:gd name="connsiteY9-46" fmla="*/ 352425 h 352425"/>
              <a:gd name="connsiteX10-47" fmla="*/ 0 w 352425"/>
              <a:gd name="connsiteY10-48" fmla="*/ 314316 h 352425"/>
              <a:gd name="connsiteX11-49" fmla="*/ 0 w 352425"/>
              <a:gd name="connsiteY11-50" fmla="*/ 38113 h 352425"/>
              <a:gd name="connsiteX12-51" fmla="*/ 38113 w 352425"/>
              <a:gd name="connsiteY12-52" fmla="*/ 0 h 352425"/>
              <a:gd name="connsiteX0-53" fmla="*/ 38113 w 352425"/>
              <a:gd name="connsiteY0-54" fmla="*/ 0 h 352425"/>
              <a:gd name="connsiteX1-55" fmla="*/ 62232 w 352425"/>
              <a:gd name="connsiteY1-56" fmla="*/ 0 h 352425"/>
              <a:gd name="connsiteX2-57" fmla="*/ 100328 w 352425"/>
              <a:gd name="connsiteY2-58" fmla="*/ 38098 h 352425"/>
              <a:gd name="connsiteX3-59" fmla="*/ 100328 w 352425"/>
              <a:gd name="connsiteY3-60" fmla="*/ 209562 h 352425"/>
              <a:gd name="connsiteX4-61" fmla="*/ 138416 w 352425"/>
              <a:gd name="connsiteY4-62" fmla="*/ 247653 h 352425"/>
              <a:gd name="connsiteX5-63" fmla="*/ 314342 w 352425"/>
              <a:gd name="connsiteY5-64" fmla="*/ 247653 h 352425"/>
              <a:gd name="connsiteX6-65" fmla="*/ 352425 w 352425"/>
              <a:gd name="connsiteY6-66" fmla="*/ 285734 h 352425"/>
              <a:gd name="connsiteX7-67" fmla="*/ 352425 w 352425"/>
              <a:gd name="connsiteY7-68" fmla="*/ 314327 h 352425"/>
              <a:gd name="connsiteX8-69" fmla="*/ 314323 w 352425"/>
              <a:gd name="connsiteY8-70" fmla="*/ 352425 h 352425"/>
              <a:gd name="connsiteX9-71" fmla="*/ 38109 w 352425"/>
              <a:gd name="connsiteY9-72" fmla="*/ 352425 h 352425"/>
              <a:gd name="connsiteX10-73" fmla="*/ 0 w 352425"/>
              <a:gd name="connsiteY10-74" fmla="*/ 314316 h 352425"/>
              <a:gd name="connsiteX11-75" fmla="*/ 0 w 352425"/>
              <a:gd name="connsiteY11-76" fmla="*/ 38113 h 352425"/>
              <a:gd name="connsiteX12-77" fmla="*/ 38113 w 352425"/>
              <a:gd name="connsiteY12-78" fmla="*/ 0 h 352425"/>
              <a:gd name="connsiteX0-79" fmla="*/ 38113 w 352425"/>
              <a:gd name="connsiteY0-80" fmla="*/ 0 h 352425"/>
              <a:gd name="connsiteX1-81" fmla="*/ 62232 w 352425"/>
              <a:gd name="connsiteY1-82" fmla="*/ 0 h 352425"/>
              <a:gd name="connsiteX2-83" fmla="*/ 100328 w 352425"/>
              <a:gd name="connsiteY2-84" fmla="*/ 38098 h 352425"/>
              <a:gd name="connsiteX3-85" fmla="*/ 100328 w 352425"/>
              <a:gd name="connsiteY3-86" fmla="*/ 209562 h 352425"/>
              <a:gd name="connsiteX4-87" fmla="*/ 138416 w 352425"/>
              <a:gd name="connsiteY4-88" fmla="*/ 247653 h 352425"/>
              <a:gd name="connsiteX5-89" fmla="*/ 314342 w 352425"/>
              <a:gd name="connsiteY5-90" fmla="*/ 247653 h 352425"/>
              <a:gd name="connsiteX6-91" fmla="*/ 352425 w 352425"/>
              <a:gd name="connsiteY6-92" fmla="*/ 285734 h 352425"/>
              <a:gd name="connsiteX7-93" fmla="*/ 352425 w 352425"/>
              <a:gd name="connsiteY7-94" fmla="*/ 314327 h 352425"/>
              <a:gd name="connsiteX8-95" fmla="*/ 314323 w 352425"/>
              <a:gd name="connsiteY8-96" fmla="*/ 352425 h 352425"/>
              <a:gd name="connsiteX9-97" fmla="*/ 38109 w 352425"/>
              <a:gd name="connsiteY9-98" fmla="*/ 352425 h 352425"/>
              <a:gd name="connsiteX10-99" fmla="*/ 0 w 352425"/>
              <a:gd name="connsiteY10-100" fmla="*/ 314316 h 352425"/>
              <a:gd name="connsiteX11-101" fmla="*/ 0 w 352425"/>
              <a:gd name="connsiteY11-102" fmla="*/ 38113 h 352425"/>
              <a:gd name="connsiteX12-103" fmla="*/ 38113 w 352425"/>
              <a:gd name="connsiteY12-104" fmla="*/ 0 h 352425"/>
              <a:gd name="connsiteX0-105" fmla="*/ 38113 w 352425"/>
              <a:gd name="connsiteY0-106" fmla="*/ 0 h 352425"/>
              <a:gd name="connsiteX1-107" fmla="*/ 62232 w 352425"/>
              <a:gd name="connsiteY1-108" fmla="*/ 0 h 352425"/>
              <a:gd name="connsiteX2-109" fmla="*/ 100328 w 352425"/>
              <a:gd name="connsiteY2-110" fmla="*/ 38098 h 352425"/>
              <a:gd name="connsiteX3-111" fmla="*/ 100328 w 352425"/>
              <a:gd name="connsiteY3-112" fmla="*/ 209562 h 352425"/>
              <a:gd name="connsiteX4-113" fmla="*/ 138416 w 352425"/>
              <a:gd name="connsiteY4-114" fmla="*/ 247653 h 352425"/>
              <a:gd name="connsiteX5-115" fmla="*/ 314342 w 352425"/>
              <a:gd name="connsiteY5-116" fmla="*/ 247653 h 352425"/>
              <a:gd name="connsiteX6-117" fmla="*/ 352425 w 352425"/>
              <a:gd name="connsiteY6-118" fmla="*/ 285734 h 352425"/>
              <a:gd name="connsiteX7-119" fmla="*/ 352425 w 352425"/>
              <a:gd name="connsiteY7-120" fmla="*/ 314327 h 352425"/>
              <a:gd name="connsiteX8-121" fmla="*/ 314323 w 352425"/>
              <a:gd name="connsiteY8-122" fmla="*/ 352425 h 352425"/>
              <a:gd name="connsiteX9-123" fmla="*/ 38109 w 352425"/>
              <a:gd name="connsiteY9-124" fmla="*/ 352425 h 352425"/>
              <a:gd name="connsiteX10-125" fmla="*/ 0 w 352425"/>
              <a:gd name="connsiteY10-126" fmla="*/ 314316 h 352425"/>
              <a:gd name="connsiteX11-127" fmla="*/ 0 w 352425"/>
              <a:gd name="connsiteY11-128" fmla="*/ 38113 h 352425"/>
              <a:gd name="connsiteX12-129" fmla="*/ 38113 w 352425"/>
              <a:gd name="connsiteY12-130" fmla="*/ 0 h 352425"/>
              <a:gd name="connsiteX0-131" fmla="*/ 38113 w 352425"/>
              <a:gd name="connsiteY0-132" fmla="*/ 0 h 352425"/>
              <a:gd name="connsiteX1-133" fmla="*/ 62232 w 352425"/>
              <a:gd name="connsiteY1-134" fmla="*/ 0 h 352425"/>
              <a:gd name="connsiteX2-135" fmla="*/ 100328 w 352425"/>
              <a:gd name="connsiteY2-136" fmla="*/ 38098 h 352425"/>
              <a:gd name="connsiteX3-137" fmla="*/ 100328 w 352425"/>
              <a:gd name="connsiteY3-138" fmla="*/ 209562 h 352425"/>
              <a:gd name="connsiteX4-139" fmla="*/ 138416 w 352425"/>
              <a:gd name="connsiteY4-140" fmla="*/ 247653 h 352425"/>
              <a:gd name="connsiteX5-141" fmla="*/ 314342 w 352425"/>
              <a:gd name="connsiteY5-142" fmla="*/ 247653 h 352425"/>
              <a:gd name="connsiteX6-143" fmla="*/ 352425 w 352425"/>
              <a:gd name="connsiteY6-144" fmla="*/ 285734 h 352425"/>
              <a:gd name="connsiteX7-145" fmla="*/ 352425 w 352425"/>
              <a:gd name="connsiteY7-146" fmla="*/ 314327 h 352425"/>
              <a:gd name="connsiteX8-147" fmla="*/ 314323 w 352425"/>
              <a:gd name="connsiteY8-148" fmla="*/ 352425 h 352425"/>
              <a:gd name="connsiteX9-149" fmla="*/ 38109 w 352425"/>
              <a:gd name="connsiteY9-150" fmla="*/ 352425 h 352425"/>
              <a:gd name="connsiteX10-151" fmla="*/ 0 w 352425"/>
              <a:gd name="connsiteY10-152" fmla="*/ 314316 h 352425"/>
              <a:gd name="connsiteX11-153" fmla="*/ 0 w 352425"/>
              <a:gd name="connsiteY11-154" fmla="*/ 38113 h 352425"/>
              <a:gd name="connsiteX12-155" fmla="*/ 38113 w 352425"/>
              <a:gd name="connsiteY12-156" fmla="*/ 0 h 352425"/>
              <a:gd name="connsiteX0-157" fmla="*/ 38113 w 352425"/>
              <a:gd name="connsiteY0-158" fmla="*/ 0 h 352425"/>
              <a:gd name="connsiteX1-159" fmla="*/ 62232 w 352425"/>
              <a:gd name="connsiteY1-160" fmla="*/ 0 h 352425"/>
              <a:gd name="connsiteX2-161" fmla="*/ 100328 w 352425"/>
              <a:gd name="connsiteY2-162" fmla="*/ 38098 h 352425"/>
              <a:gd name="connsiteX3-163" fmla="*/ 100328 w 352425"/>
              <a:gd name="connsiteY3-164" fmla="*/ 209562 h 352425"/>
              <a:gd name="connsiteX4-165" fmla="*/ 138416 w 352425"/>
              <a:gd name="connsiteY4-166" fmla="*/ 247653 h 352425"/>
              <a:gd name="connsiteX5-167" fmla="*/ 314342 w 352425"/>
              <a:gd name="connsiteY5-168" fmla="*/ 247653 h 352425"/>
              <a:gd name="connsiteX6-169" fmla="*/ 352425 w 352425"/>
              <a:gd name="connsiteY6-170" fmla="*/ 285734 h 352425"/>
              <a:gd name="connsiteX7-171" fmla="*/ 352425 w 352425"/>
              <a:gd name="connsiteY7-172" fmla="*/ 314327 h 352425"/>
              <a:gd name="connsiteX8-173" fmla="*/ 314323 w 352425"/>
              <a:gd name="connsiteY8-174" fmla="*/ 352425 h 352425"/>
              <a:gd name="connsiteX9-175" fmla="*/ 38109 w 352425"/>
              <a:gd name="connsiteY9-176" fmla="*/ 352425 h 352425"/>
              <a:gd name="connsiteX10-177" fmla="*/ 0 w 352425"/>
              <a:gd name="connsiteY10-178" fmla="*/ 314316 h 352425"/>
              <a:gd name="connsiteX11-179" fmla="*/ 0 w 352425"/>
              <a:gd name="connsiteY11-180" fmla="*/ 38113 h 352425"/>
              <a:gd name="connsiteX12-181" fmla="*/ 38113 w 352425"/>
              <a:gd name="connsiteY12-182" fmla="*/ 0 h 352425"/>
              <a:gd name="connsiteX0-183" fmla="*/ 38113 w 352425"/>
              <a:gd name="connsiteY0-184" fmla="*/ 0 h 352425"/>
              <a:gd name="connsiteX1-185" fmla="*/ 62232 w 352425"/>
              <a:gd name="connsiteY1-186" fmla="*/ 0 h 352425"/>
              <a:gd name="connsiteX2-187" fmla="*/ 100328 w 352425"/>
              <a:gd name="connsiteY2-188" fmla="*/ 38098 h 352425"/>
              <a:gd name="connsiteX3-189" fmla="*/ 100328 w 352425"/>
              <a:gd name="connsiteY3-190" fmla="*/ 209562 h 352425"/>
              <a:gd name="connsiteX4-191" fmla="*/ 138416 w 352425"/>
              <a:gd name="connsiteY4-192" fmla="*/ 247653 h 352425"/>
              <a:gd name="connsiteX5-193" fmla="*/ 314342 w 352425"/>
              <a:gd name="connsiteY5-194" fmla="*/ 247653 h 352425"/>
              <a:gd name="connsiteX6-195" fmla="*/ 352425 w 352425"/>
              <a:gd name="connsiteY6-196" fmla="*/ 285734 h 352425"/>
              <a:gd name="connsiteX7-197" fmla="*/ 352425 w 352425"/>
              <a:gd name="connsiteY7-198" fmla="*/ 314327 h 352425"/>
              <a:gd name="connsiteX8-199" fmla="*/ 314323 w 352425"/>
              <a:gd name="connsiteY8-200" fmla="*/ 352425 h 352425"/>
              <a:gd name="connsiteX9-201" fmla="*/ 38109 w 352425"/>
              <a:gd name="connsiteY9-202" fmla="*/ 352425 h 352425"/>
              <a:gd name="connsiteX10-203" fmla="*/ 0 w 352425"/>
              <a:gd name="connsiteY10-204" fmla="*/ 314316 h 352425"/>
              <a:gd name="connsiteX11-205" fmla="*/ 0 w 352425"/>
              <a:gd name="connsiteY11-206" fmla="*/ 38113 h 352425"/>
              <a:gd name="connsiteX12-207" fmla="*/ 38113 w 352425"/>
              <a:gd name="connsiteY12-208" fmla="*/ 0 h 352425"/>
              <a:gd name="connsiteX0-209" fmla="*/ 38113 w 352425"/>
              <a:gd name="connsiteY0-210" fmla="*/ 0 h 352425"/>
              <a:gd name="connsiteX1-211" fmla="*/ 62232 w 352425"/>
              <a:gd name="connsiteY1-212" fmla="*/ 0 h 352425"/>
              <a:gd name="connsiteX2-213" fmla="*/ 100328 w 352425"/>
              <a:gd name="connsiteY2-214" fmla="*/ 38098 h 352425"/>
              <a:gd name="connsiteX3-215" fmla="*/ 100328 w 352425"/>
              <a:gd name="connsiteY3-216" fmla="*/ 209562 h 352425"/>
              <a:gd name="connsiteX4-217" fmla="*/ 138416 w 352425"/>
              <a:gd name="connsiteY4-218" fmla="*/ 247653 h 352425"/>
              <a:gd name="connsiteX5-219" fmla="*/ 314342 w 352425"/>
              <a:gd name="connsiteY5-220" fmla="*/ 247653 h 352425"/>
              <a:gd name="connsiteX6-221" fmla="*/ 352425 w 352425"/>
              <a:gd name="connsiteY6-222" fmla="*/ 285734 h 352425"/>
              <a:gd name="connsiteX7-223" fmla="*/ 352425 w 352425"/>
              <a:gd name="connsiteY7-224" fmla="*/ 314327 h 352425"/>
              <a:gd name="connsiteX8-225" fmla="*/ 314323 w 352425"/>
              <a:gd name="connsiteY8-226" fmla="*/ 352425 h 352425"/>
              <a:gd name="connsiteX9-227" fmla="*/ 38109 w 352425"/>
              <a:gd name="connsiteY9-228" fmla="*/ 352425 h 352425"/>
              <a:gd name="connsiteX10-229" fmla="*/ 0 w 352425"/>
              <a:gd name="connsiteY10-230" fmla="*/ 314316 h 352425"/>
              <a:gd name="connsiteX11-231" fmla="*/ 0 w 352425"/>
              <a:gd name="connsiteY11-232" fmla="*/ 38113 h 352425"/>
              <a:gd name="connsiteX12-233" fmla="*/ 38113 w 352425"/>
              <a:gd name="connsiteY12-234" fmla="*/ 0 h 352425"/>
              <a:gd name="connsiteX0-235" fmla="*/ 38113 w 352425"/>
              <a:gd name="connsiteY0-236" fmla="*/ 0 h 352425"/>
              <a:gd name="connsiteX1-237" fmla="*/ 62232 w 352425"/>
              <a:gd name="connsiteY1-238" fmla="*/ 0 h 352425"/>
              <a:gd name="connsiteX2-239" fmla="*/ 100328 w 352425"/>
              <a:gd name="connsiteY2-240" fmla="*/ 38098 h 352425"/>
              <a:gd name="connsiteX3-241" fmla="*/ 100328 w 352425"/>
              <a:gd name="connsiteY3-242" fmla="*/ 209562 h 352425"/>
              <a:gd name="connsiteX4-243" fmla="*/ 138416 w 352425"/>
              <a:gd name="connsiteY4-244" fmla="*/ 247653 h 352425"/>
              <a:gd name="connsiteX5-245" fmla="*/ 314342 w 352425"/>
              <a:gd name="connsiteY5-246" fmla="*/ 247653 h 352425"/>
              <a:gd name="connsiteX6-247" fmla="*/ 352425 w 352425"/>
              <a:gd name="connsiteY6-248" fmla="*/ 285734 h 352425"/>
              <a:gd name="connsiteX7-249" fmla="*/ 352425 w 352425"/>
              <a:gd name="connsiteY7-250" fmla="*/ 314327 h 352425"/>
              <a:gd name="connsiteX8-251" fmla="*/ 314323 w 352425"/>
              <a:gd name="connsiteY8-252" fmla="*/ 352425 h 352425"/>
              <a:gd name="connsiteX9-253" fmla="*/ 38109 w 352425"/>
              <a:gd name="connsiteY9-254" fmla="*/ 352425 h 352425"/>
              <a:gd name="connsiteX10-255" fmla="*/ 0 w 352425"/>
              <a:gd name="connsiteY10-256" fmla="*/ 314316 h 352425"/>
              <a:gd name="connsiteX11-257" fmla="*/ 0 w 352425"/>
              <a:gd name="connsiteY11-258" fmla="*/ 38113 h 352425"/>
              <a:gd name="connsiteX12-259" fmla="*/ 38113 w 352425"/>
              <a:gd name="connsiteY12-260" fmla="*/ 0 h 352425"/>
              <a:gd name="connsiteX0-261" fmla="*/ 38113 w 352425"/>
              <a:gd name="connsiteY0-262" fmla="*/ 0 h 352425"/>
              <a:gd name="connsiteX1-263" fmla="*/ 62232 w 352425"/>
              <a:gd name="connsiteY1-264" fmla="*/ 0 h 352425"/>
              <a:gd name="connsiteX2-265" fmla="*/ 100328 w 352425"/>
              <a:gd name="connsiteY2-266" fmla="*/ 38098 h 352425"/>
              <a:gd name="connsiteX3-267" fmla="*/ 100328 w 352425"/>
              <a:gd name="connsiteY3-268" fmla="*/ 209562 h 352425"/>
              <a:gd name="connsiteX4-269" fmla="*/ 138416 w 352425"/>
              <a:gd name="connsiteY4-270" fmla="*/ 247653 h 352425"/>
              <a:gd name="connsiteX5-271" fmla="*/ 314342 w 352425"/>
              <a:gd name="connsiteY5-272" fmla="*/ 247653 h 352425"/>
              <a:gd name="connsiteX6-273" fmla="*/ 352425 w 352425"/>
              <a:gd name="connsiteY6-274" fmla="*/ 285734 h 352425"/>
              <a:gd name="connsiteX7-275" fmla="*/ 352425 w 352425"/>
              <a:gd name="connsiteY7-276" fmla="*/ 314327 h 352425"/>
              <a:gd name="connsiteX8-277" fmla="*/ 314323 w 352425"/>
              <a:gd name="connsiteY8-278" fmla="*/ 352425 h 352425"/>
              <a:gd name="connsiteX9-279" fmla="*/ 38109 w 352425"/>
              <a:gd name="connsiteY9-280" fmla="*/ 352425 h 352425"/>
              <a:gd name="connsiteX10-281" fmla="*/ 0 w 352425"/>
              <a:gd name="connsiteY10-282" fmla="*/ 314316 h 352425"/>
              <a:gd name="connsiteX11-283" fmla="*/ 0 w 352425"/>
              <a:gd name="connsiteY11-284" fmla="*/ 38113 h 352425"/>
              <a:gd name="connsiteX12-285" fmla="*/ 38113 w 352425"/>
              <a:gd name="connsiteY12-286" fmla="*/ 0 h 352425"/>
              <a:gd name="connsiteX0-287" fmla="*/ 38113 w 352425"/>
              <a:gd name="connsiteY0-288" fmla="*/ 0 h 352425"/>
              <a:gd name="connsiteX1-289" fmla="*/ 62232 w 352425"/>
              <a:gd name="connsiteY1-290" fmla="*/ 0 h 352425"/>
              <a:gd name="connsiteX2-291" fmla="*/ 100328 w 352425"/>
              <a:gd name="connsiteY2-292" fmla="*/ 38098 h 352425"/>
              <a:gd name="connsiteX3-293" fmla="*/ 100328 w 352425"/>
              <a:gd name="connsiteY3-294" fmla="*/ 209562 h 352425"/>
              <a:gd name="connsiteX4-295" fmla="*/ 138416 w 352425"/>
              <a:gd name="connsiteY4-296" fmla="*/ 247653 h 352425"/>
              <a:gd name="connsiteX5-297" fmla="*/ 314342 w 352425"/>
              <a:gd name="connsiteY5-298" fmla="*/ 247653 h 352425"/>
              <a:gd name="connsiteX6-299" fmla="*/ 352425 w 352425"/>
              <a:gd name="connsiteY6-300" fmla="*/ 285734 h 352425"/>
              <a:gd name="connsiteX7-301" fmla="*/ 352425 w 352425"/>
              <a:gd name="connsiteY7-302" fmla="*/ 314327 h 352425"/>
              <a:gd name="connsiteX8-303" fmla="*/ 314323 w 352425"/>
              <a:gd name="connsiteY8-304" fmla="*/ 352425 h 352425"/>
              <a:gd name="connsiteX9-305" fmla="*/ 38109 w 352425"/>
              <a:gd name="connsiteY9-306" fmla="*/ 352425 h 352425"/>
              <a:gd name="connsiteX10-307" fmla="*/ 0 w 352425"/>
              <a:gd name="connsiteY10-308" fmla="*/ 314316 h 352425"/>
              <a:gd name="connsiteX11-309" fmla="*/ 0 w 352425"/>
              <a:gd name="connsiteY11-310" fmla="*/ 38113 h 352425"/>
              <a:gd name="connsiteX12-311" fmla="*/ 38113 w 352425"/>
              <a:gd name="connsiteY12-312" fmla="*/ 0 h 352425"/>
              <a:gd name="connsiteX0-313" fmla="*/ 38113 w 352425"/>
              <a:gd name="connsiteY0-314" fmla="*/ 0 h 352425"/>
              <a:gd name="connsiteX1-315" fmla="*/ 62232 w 352425"/>
              <a:gd name="connsiteY1-316" fmla="*/ 0 h 352425"/>
              <a:gd name="connsiteX2-317" fmla="*/ 100328 w 352425"/>
              <a:gd name="connsiteY2-318" fmla="*/ 38098 h 352425"/>
              <a:gd name="connsiteX3-319" fmla="*/ 100328 w 352425"/>
              <a:gd name="connsiteY3-320" fmla="*/ 209562 h 352425"/>
              <a:gd name="connsiteX4-321" fmla="*/ 138416 w 352425"/>
              <a:gd name="connsiteY4-322" fmla="*/ 247653 h 352425"/>
              <a:gd name="connsiteX5-323" fmla="*/ 314342 w 352425"/>
              <a:gd name="connsiteY5-324" fmla="*/ 247653 h 352425"/>
              <a:gd name="connsiteX6-325" fmla="*/ 352425 w 352425"/>
              <a:gd name="connsiteY6-326" fmla="*/ 285734 h 352425"/>
              <a:gd name="connsiteX7-327" fmla="*/ 352425 w 352425"/>
              <a:gd name="connsiteY7-328" fmla="*/ 314327 h 352425"/>
              <a:gd name="connsiteX8-329" fmla="*/ 314323 w 352425"/>
              <a:gd name="connsiteY8-330" fmla="*/ 352425 h 352425"/>
              <a:gd name="connsiteX9-331" fmla="*/ 38109 w 352425"/>
              <a:gd name="connsiteY9-332" fmla="*/ 352425 h 352425"/>
              <a:gd name="connsiteX10-333" fmla="*/ 0 w 352425"/>
              <a:gd name="connsiteY10-334" fmla="*/ 314316 h 352425"/>
              <a:gd name="connsiteX11-335" fmla="*/ 0 w 352425"/>
              <a:gd name="connsiteY11-336" fmla="*/ 38113 h 352425"/>
              <a:gd name="connsiteX12-337" fmla="*/ 38113 w 352425"/>
              <a:gd name="connsiteY12-338" fmla="*/ 0 h 352425"/>
              <a:gd name="connsiteX0-339" fmla="*/ 38113 w 352425"/>
              <a:gd name="connsiteY0-340" fmla="*/ 0 h 352425"/>
              <a:gd name="connsiteX1-341" fmla="*/ 62232 w 352425"/>
              <a:gd name="connsiteY1-342" fmla="*/ 0 h 352425"/>
              <a:gd name="connsiteX2-343" fmla="*/ 100328 w 352425"/>
              <a:gd name="connsiteY2-344" fmla="*/ 38098 h 352425"/>
              <a:gd name="connsiteX3-345" fmla="*/ 100328 w 352425"/>
              <a:gd name="connsiteY3-346" fmla="*/ 209562 h 352425"/>
              <a:gd name="connsiteX4-347" fmla="*/ 138416 w 352425"/>
              <a:gd name="connsiteY4-348" fmla="*/ 247653 h 352425"/>
              <a:gd name="connsiteX5-349" fmla="*/ 314342 w 352425"/>
              <a:gd name="connsiteY5-350" fmla="*/ 247653 h 352425"/>
              <a:gd name="connsiteX6-351" fmla="*/ 352425 w 352425"/>
              <a:gd name="connsiteY6-352" fmla="*/ 285734 h 352425"/>
              <a:gd name="connsiteX7-353" fmla="*/ 352425 w 352425"/>
              <a:gd name="connsiteY7-354" fmla="*/ 314327 h 352425"/>
              <a:gd name="connsiteX8-355" fmla="*/ 314323 w 352425"/>
              <a:gd name="connsiteY8-356" fmla="*/ 352425 h 352425"/>
              <a:gd name="connsiteX9-357" fmla="*/ 38109 w 352425"/>
              <a:gd name="connsiteY9-358" fmla="*/ 352425 h 352425"/>
              <a:gd name="connsiteX10-359" fmla="*/ 0 w 352425"/>
              <a:gd name="connsiteY10-360" fmla="*/ 314316 h 352425"/>
              <a:gd name="connsiteX11-361" fmla="*/ 0 w 352425"/>
              <a:gd name="connsiteY11-362" fmla="*/ 38113 h 352425"/>
              <a:gd name="connsiteX12-363" fmla="*/ 38113 w 352425"/>
              <a:gd name="connsiteY12-364" fmla="*/ 0 h 352425"/>
              <a:gd name="connsiteX0-365" fmla="*/ 38113 w 352425"/>
              <a:gd name="connsiteY0-366" fmla="*/ 0 h 352425"/>
              <a:gd name="connsiteX1-367" fmla="*/ 62232 w 352425"/>
              <a:gd name="connsiteY1-368" fmla="*/ 0 h 352425"/>
              <a:gd name="connsiteX2-369" fmla="*/ 100328 w 352425"/>
              <a:gd name="connsiteY2-370" fmla="*/ 38098 h 352425"/>
              <a:gd name="connsiteX3-371" fmla="*/ 100328 w 352425"/>
              <a:gd name="connsiteY3-372" fmla="*/ 209562 h 352425"/>
              <a:gd name="connsiteX4-373" fmla="*/ 138416 w 352425"/>
              <a:gd name="connsiteY4-374" fmla="*/ 247653 h 352425"/>
              <a:gd name="connsiteX5-375" fmla="*/ 314342 w 352425"/>
              <a:gd name="connsiteY5-376" fmla="*/ 247653 h 352425"/>
              <a:gd name="connsiteX6-377" fmla="*/ 352425 w 352425"/>
              <a:gd name="connsiteY6-378" fmla="*/ 285734 h 352425"/>
              <a:gd name="connsiteX7-379" fmla="*/ 352425 w 352425"/>
              <a:gd name="connsiteY7-380" fmla="*/ 314327 h 352425"/>
              <a:gd name="connsiteX8-381" fmla="*/ 314323 w 352425"/>
              <a:gd name="connsiteY8-382" fmla="*/ 352425 h 352425"/>
              <a:gd name="connsiteX9-383" fmla="*/ 38109 w 352425"/>
              <a:gd name="connsiteY9-384" fmla="*/ 352425 h 352425"/>
              <a:gd name="connsiteX10-385" fmla="*/ 0 w 352425"/>
              <a:gd name="connsiteY10-386" fmla="*/ 314316 h 352425"/>
              <a:gd name="connsiteX11-387" fmla="*/ 0 w 352425"/>
              <a:gd name="connsiteY11-388" fmla="*/ 38113 h 352425"/>
              <a:gd name="connsiteX12-389" fmla="*/ 38113 w 352425"/>
              <a:gd name="connsiteY12-390" fmla="*/ 0 h 352425"/>
              <a:gd name="connsiteX0-391" fmla="*/ 38113 w 352425"/>
              <a:gd name="connsiteY0-392" fmla="*/ 0 h 352425"/>
              <a:gd name="connsiteX1-393" fmla="*/ 62232 w 352425"/>
              <a:gd name="connsiteY1-394" fmla="*/ 0 h 352425"/>
              <a:gd name="connsiteX2-395" fmla="*/ 100328 w 352425"/>
              <a:gd name="connsiteY2-396" fmla="*/ 38098 h 352425"/>
              <a:gd name="connsiteX3-397" fmla="*/ 100328 w 352425"/>
              <a:gd name="connsiteY3-398" fmla="*/ 209562 h 352425"/>
              <a:gd name="connsiteX4-399" fmla="*/ 138416 w 352425"/>
              <a:gd name="connsiteY4-400" fmla="*/ 247653 h 352425"/>
              <a:gd name="connsiteX5-401" fmla="*/ 314342 w 352425"/>
              <a:gd name="connsiteY5-402" fmla="*/ 247653 h 352425"/>
              <a:gd name="connsiteX6-403" fmla="*/ 352425 w 352425"/>
              <a:gd name="connsiteY6-404" fmla="*/ 285734 h 352425"/>
              <a:gd name="connsiteX7-405" fmla="*/ 352425 w 352425"/>
              <a:gd name="connsiteY7-406" fmla="*/ 314327 h 352425"/>
              <a:gd name="connsiteX8-407" fmla="*/ 314323 w 352425"/>
              <a:gd name="connsiteY8-408" fmla="*/ 352425 h 352425"/>
              <a:gd name="connsiteX9-409" fmla="*/ 38109 w 352425"/>
              <a:gd name="connsiteY9-410" fmla="*/ 352425 h 352425"/>
              <a:gd name="connsiteX10-411" fmla="*/ 0 w 352425"/>
              <a:gd name="connsiteY10-412" fmla="*/ 314316 h 352425"/>
              <a:gd name="connsiteX11-413" fmla="*/ 0 w 352425"/>
              <a:gd name="connsiteY11-414" fmla="*/ 38113 h 352425"/>
              <a:gd name="connsiteX12-415" fmla="*/ 38113 w 352425"/>
              <a:gd name="connsiteY12-416" fmla="*/ 0 h 352425"/>
              <a:gd name="connsiteX0-417" fmla="*/ 38113 w 352425"/>
              <a:gd name="connsiteY0-418" fmla="*/ 0 h 352425"/>
              <a:gd name="connsiteX1-419" fmla="*/ 62232 w 352425"/>
              <a:gd name="connsiteY1-420" fmla="*/ 0 h 352425"/>
              <a:gd name="connsiteX2-421" fmla="*/ 100328 w 352425"/>
              <a:gd name="connsiteY2-422" fmla="*/ 38098 h 352425"/>
              <a:gd name="connsiteX3-423" fmla="*/ 100328 w 352425"/>
              <a:gd name="connsiteY3-424" fmla="*/ 209562 h 352425"/>
              <a:gd name="connsiteX4-425" fmla="*/ 138416 w 352425"/>
              <a:gd name="connsiteY4-426" fmla="*/ 247653 h 352425"/>
              <a:gd name="connsiteX5-427" fmla="*/ 314342 w 352425"/>
              <a:gd name="connsiteY5-428" fmla="*/ 247653 h 352425"/>
              <a:gd name="connsiteX6-429" fmla="*/ 352425 w 352425"/>
              <a:gd name="connsiteY6-430" fmla="*/ 285734 h 352425"/>
              <a:gd name="connsiteX7-431" fmla="*/ 352425 w 352425"/>
              <a:gd name="connsiteY7-432" fmla="*/ 314327 h 352425"/>
              <a:gd name="connsiteX8-433" fmla="*/ 314323 w 352425"/>
              <a:gd name="connsiteY8-434" fmla="*/ 352425 h 352425"/>
              <a:gd name="connsiteX9-435" fmla="*/ 38109 w 352425"/>
              <a:gd name="connsiteY9-436" fmla="*/ 352425 h 352425"/>
              <a:gd name="connsiteX10-437" fmla="*/ 0 w 352425"/>
              <a:gd name="connsiteY10-438" fmla="*/ 314316 h 352425"/>
              <a:gd name="connsiteX11-439" fmla="*/ 0 w 352425"/>
              <a:gd name="connsiteY11-440" fmla="*/ 38113 h 352425"/>
              <a:gd name="connsiteX12-441" fmla="*/ 38113 w 352425"/>
              <a:gd name="connsiteY12-442" fmla="*/ 0 h 352425"/>
              <a:gd name="connsiteX0-443" fmla="*/ 38113 w 352425"/>
              <a:gd name="connsiteY0-444" fmla="*/ 0 h 352425"/>
              <a:gd name="connsiteX1-445" fmla="*/ 62232 w 352425"/>
              <a:gd name="connsiteY1-446" fmla="*/ 0 h 352425"/>
              <a:gd name="connsiteX2-447" fmla="*/ 100328 w 352425"/>
              <a:gd name="connsiteY2-448" fmla="*/ 38098 h 352425"/>
              <a:gd name="connsiteX3-449" fmla="*/ 100328 w 352425"/>
              <a:gd name="connsiteY3-450" fmla="*/ 209562 h 352425"/>
              <a:gd name="connsiteX4-451" fmla="*/ 138416 w 352425"/>
              <a:gd name="connsiteY4-452" fmla="*/ 247653 h 352425"/>
              <a:gd name="connsiteX5-453" fmla="*/ 314342 w 352425"/>
              <a:gd name="connsiteY5-454" fmla="*/ 247653 h 352425"/>
              <a:gd name="connsiteX6-455" fmla="*/ 352425 w 352425"/>
              <a:gd name="connsiteY6-456" fmla="*/ 285734 h 352425"/>
              <a:gd name="connsiteX7-457" fmla="*/ 352425 w 352425"/>
              <a:gd name="connsiteY7-458" fmla="*/ 314327 h 352425"/>
              <a:gd name="connsiteX8-459" fmla="*/ 314323 w 352425"/>
              <a:gd name="connsiteY8-460" fmla="*/ 352425 h 352425"/>
              <a:gd name="connsiteX9-461" fmla="*/ 38109 w 352425"/>
              <a:gd name="connsiteY9-462" fmla="*/ 352425 h 352425"/>
              <a:gd name="connsiteX10-463" fmla="*/ 0 w 352425"/>
              <a:gd name="connsiteY10-464" fmla="*/ 314316 h 352425"/>
              <a:gd name="connsiteX11-465" fmla="*/ 0 w 352425"/>
              <a:gd name="connsiteY11-466" fmla="*/ 38113 h 352425"/>
              <a:gd name="connsiteX12-467" fmla="*/ 38113 w 352425"/>
              <a:gd name="connsiteY12-468" fmla="*/ 0 h 352425"/>
              <a:gd name="connsiteX0-469" fmla="*/ 38113 w 352425"/>
              <a:gd name="connsiteY0-470" fmla="*/ 0 h 352425"/>
              <a:gd name="connsiteX1-471" fmla="*/ 62232 w 352425"/>
              <a:gd name="connsiteY1-472" fmla="*/ 0 h 352425"/>
              <a:gd name="connsiteX2-473" fmla="*/ 100328 w 352425"/>
              <a:gd name="connsiteY2-474" fmla="*/ 38098 h 352425"/>
              <a:gd name="connsiteX3-475" fmla="*/ 100328 w 352425"/>
              <a:gd name="connsiteY3-476" fmla="*/ 209562 h 352425"/>
              <a:gd name="connsiteX4-477" fmla="*/ 138416 w 352425"/>
              <a:gd name="connsiteY4-478" fmla="*/ 247653 h 352425"/>
              <a:gd name="connsiteX5-479" fmla="*/ 314342 w 352425"/>
              <a:gd name="connsiteY5-480" fmla="*/ 247653 h 352425"/>
              <a:gd name="connsiteX6-481" fmla="*/ 352425 w 352425"/>
              <a:gd name="connsiteY6-482" fmla="*/ 285734 h 352425"/>
              <a:gd name="connsiteX7-483" fmla="*/ 352425 w 352425"/>
              <a:gd name="connsiteY7-484" fmla="*/ 314327 h 352425"/>
              <a:gd name="connsiteX8-485" fmla="*/ 314323 w 352425"/>
              <a:gd name="connsiteY8-486" fmla="*/ 352425 h 352425"/>
              <a:gd name="connsiteX9-487" fmla="*/ 38109 w 352425"/>
              <a:gd name="connsiteY9-488" fmla="*/ 352425 h 352425"/>
              <a:gd name="connsiteX10-489" fmla="*/ 0 w 352425"/>
              <a:gd name="connsiteY10-490" fmla="*/ 314316 h 352425"/>
              <a:gd name="connsiteX11-491" fmla="*/ 0 w 352425"/>
              <a:gd name="connsiteY11-492" fmla="*/ 38113 h 352425"/>
              <a:gd name="connsiteX12-493" fmla="*/ 38113 w 352425"/>
              <a:gd name="connsiteY12-494" fmla="*/ 0 h 352425"/>
              <a:gd name="connsiteX0-495" fmla="*/ 38113 w 352425"/>
              <a:gd name="connsiteY0-496" fmla="*/ 0 h 352425"/>
              <a:gd name="connsiteX1-497" fmla="*/ 62232 w 352425"/>
              <a:gd name="connsiteY1-498" fmla="*/ 0 h 352425"/>
              <a:gd name="connsiteX2-499" fmla="*/ 100328 w 352425"/>
              <a:gd name="connsiteY2-500" fmla="*/ 38098 h 352425"/>
              <a:gd name="connsiteX3-501" fmla="*/ 100328 w 352425"/>
              <a:gd name="connsiteY3-502" fmla="*/ 209562 h 352425"/>
              <a:gd name="connsiteX4-503" fmla="*/ 138416 w 352425"/>
              <a:gd name="connsiteY4-504" fmla="*/ 247653 h 352425"/>
              <a:gd name="connsiteX5-505" fmla="*/ 314342 w 352425"/>
              <a:gd name="connsiteY5-506" fmla="*/ 247653 h 352425"/>
              <a:gd name="connsiteX6-507" fmla="*/ 352425 w 352425"/>
              <a:gd name="connsiteY6-508" fmla="*/ 285734 h 352425"/>
              <a:gd name="connsiteX7-509" fmla="*/ 352425 w 352425"/>
              <a:gd name="connsiteY7-510" fmla="*/ 314327 h 352425"/>
              <a:gd name="connsiteX8-511" fmla="*/ 314323 w 352425"/>
              <a:gd name="connsiteY8-512" fmla="*/ 352425 h 352425"/>
              <a:gd name="connsiteX9-513" fmla="*/ 38109 w 352425"/>
              <a:gd name="connsiteY9-514" fmla="*/ 352425 h 352425"/>
              <a:gd name="connsiteX10-515" fmla="*/ 0 w 352425"/>
              <a:gd name="connsiteY10-516" fmla="*/ 314316 h 352425"/>
              <a:gd name="connsiteX11-517" fmla="*/ 0 w 352425"/>
              <a:gd name="connsiteY11-518" fmla="*/ 38113 h 352425"/>
              <a:gd name="connsiteX12-519" fmla="*/ 38113 w 352425"/>
              <a:gd name="connsiteY12-520" fmla="*/ 0 h 352425"/>
              <a:gd name="connsiteX0-521" fmla="*/ 38113 w 352425"/>
              <a:gd name="connsiteY0-522" fmla="*/ 0 h 352425"/>
              <a:gd name="connsiteX1-523" fmla="*/ 62232 w 352425"/>
              <a:gd name="connsiteY1-524" fmla="*/ 0 h 352425"/>
              <a:gd name="connsiteX2-525" fmla="*/ 100328 w 352425"/>
              <a:gd name="connsiteY2-526" fmla="*/ 38098 h 352425"/>
              <a:gd name="connsiteX3-527" fmla="*/ 100328 w 352425"/>
              <a:gd name="connsiteY3-528" fmla="*/ 209562 h 352425"/>
              <a:gd name="connsiteX4-529" fmla="*/ 138416 w 352425"/>
              <a:gd name="connsiteY4-530" fmla="*/ 247653 h 352425"/>
              <a:gd name="connsiteX5-531" fmla="*/ 314342 w 352425"/>
              <a:gd name="connsiteY5-532" fmla="*/ 247653 h 352425"/>
              <a:gd name="connsiteX6-533" fmla="*/ 352425 w 352425"/>
              <a:gd name="connsiteY6-534" fmla="*/ 285734 h 352425"/>
              <a:gd name="connsiteX7-535" fmla="*/ 352425 w 352425"/>
              <a:gd name="connsiteY7-536" fmla="*/ 314327 h 352425"/>
              <a:gd name="connsiteX8-537" fmla="*/ 314323 w 352425"/>
              <a:gd name="connsiteY8-538" fmla="*/ 352425 h 352425"/>
              <a:gd name="connsiteX9-539" fmla="*/ 38109 w 352425"/>
              <a:gd name="connsiteY9-540" fmla="*/ 352425 h 352425"/>
              <a:gd name="connsiteX10-541" fmla="*/ 0 w 352425"/>
              <a:gd name="connsiteY10-542" fmla="*/ 314316 h 352425"/>
              <a:gd name="connsiteX11-543" fmla="*/ 0 w 352425"/>
              <a:gd name="connsiteY11-544" fmla="*/ 38113 h 352425"/>
              <a:gd name="connsiteX12-545" fmla="*/ 38113 w 352425"/>
              <a:gd name="connsiteY12-546" fmla="*/ 0 h 352425"/>
              <a:gd name="connsiteX0-547" fmla="*/ 38113 w 352425"/>
              <a:gd name="connsiteY0-548" fmla="*/ 0 h 352425"/>
              <a:gd name="connsiteX1-549" fmla="*/ 62232 w 352425"/>
              <a:gd name="connsiteY1-550" fmla="*/ 0 h 352425"/>
              <a:gd name="connsiteX2-551" fmla="*/ 100328 w 352425"/>
              <a:gd name="connsiteY2-552" fmla="*/ 38098 h 352425"/>
              <a:gd name="connsiteX3-553" fmla="*/ 100328 w 352425"/>
              <a:gd name="connsiteY3-554" fmla="*/ 209562 h 352425"/>
              <a:gd name="connsiteX4-555" fmla="*/ 138416 w 352425"/>
              <a:gd name="connsiteY4-556" fmla="*/ 247653 h 352425"/>
              <a:gd name="connsiteX5-557" fmla="*/ 314342 w 352425"/>
              <a:gd name="connsiteY5-558" fmla="*/ 247653 h 352425"/>
              <a:gd name="connsiteX6-559" fmla="*/ 352425 w 352425"/>
              <a:gd name="connsiteY6-560" fmla="*/ 285734 h 352425"/>
              <a:gd name="connsiteX7-561" fmla="*/ 352425 w 352425"/>
              <a:gd name="connsiteY7-562" fmla="*/ 314327 h 352425"/>
              <a:gd name="connsiteX8-563" fmla="*/ 314323 w 352425"/>
              <a:gd name="connsiteY8-564" fmla="*/ 352425 h 352425"/>
              <a:gd name="connsiteX9-565" fmla="*/ 38109 w 352425"/>
              <a:gd name="connsiteY9-566" fmla="*/ 352425 h 352425"/>
              <a:gd name="connsiteX10-567" fmla="*/ 0 w 352425"/>
              <a:gd name="connsiteY10-568" fmla="*/ 314316 h 352425"/>
              <a:gd name="connsiteX11-569" fmla="*/ 0 w 352425"/>
              <a:gd name="connsiteY11-570" fmla="*/ 38113 h 352425"/>
              <a:gd name="connsiteX12-571" fmla="*/ 38113 w 352425"/>
              <a:gd name="connsiteY12-572" fmla="*/ 0 h 3524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</a:cxnLst>
            <a:rect l="l" t="t" r="r" b="b"/>
            <a:pathLst>
              <a:path w="352425" h="352425">
                <a:moveTo>
                  <a:pt x="38113" y="0"/>
                </a:moveTo>
                <a:cubicBezTo>
                  <a:pt x="38113" y="0"/>
                  <a:pt x="62233" y="1"/>
                  <a:pt x="62232" y="0"/>
                </a:cubicBezTo>
                <a:cubicBezTo>
                  <a:pt x="84551" y="1"/>
                  <a:pt x="100329" y="15781"/>
                  <a:pt x="100328" y="38098"/>
                </a:cubicBezTo>
                <a:cubicBezTo>
                  <a:pt x="100329" y="38099"/>
                  <a:pt x="100329" y="209563"/>
                  <a:pt x="100328" y="209562"/>
                </a:cubicBezTo>
                <a:cubicBezTo>
                  <a:pt x="100329" y="231876"/>
                  <a:pt x="116104" y="247654"/>
                  <a:pt x="138416" y="247653"/>
                </a:cubicBezTo>
                <a:cubicBezTo>
                  <a:pt x="138417" y="247654"/>
                  <a:pt x="314343" y="247654"/>
                  <a:pt x="314342" y="247653"/>
                </a:cubicBezTo>
                <a:cubicBezTo>
                  <a:pt x="336652" y="247654"/>
                  <a:pt x="352426" y="263426"/>
                  <a:pt x="352425" y="285734"/>
                </a:cubicBezTo>
                <a:cubicBezTo>
                  <a:pt x="352426" y="285735"/>
                  <a:pt x="352426" y="314328"/>
                  <a:pt x="352425" y="314327"/>
                </a:cubicBezTo>
                <a:cubicBezTo>
                  <a:pt x="352426" y="336646"/>
                  <a:pt x="336644" y="352426"/>
                  <a:pt x="314323" y="352425"/>
                </a:cubicBezTo>
                <a:cubicBezTo>
                  <a:pt x="314324" y="352426"/>
                  <a:pt x="38110" y="352426"/>
                  <a:pt x="38109" y="352425"/>
                </a:cubicBezTo>
                <a:cubicBezTo>
                  <a:pt x="15787" y="352426"/>
                  <a:pt x="1" y="336640"/>
                  <a:pt x="0" y="314316"/>
                </a:cubicBezTo>
                <a:cubicBezTo>
                  <a:pt x="1" y="314317"/>
                  <a:pt x="1" y="38114"/>
                  <a:pt x="0" y="38113"/>
                </a:cubicBezTo>
                <a:cubicBezTo>
                  <a:pt x="1" y="15790"/>
                  <a:pt x="15788" y="0"/>
                  <a:pt x="38113" y="0"/>
                </a:cubicBezTo>
                <a:close/>
              </a:path>
            </a:pathLst>
          </a:custGeom>
          <a:gradFill>
            <a:gsLst>
              <a:gs pos="88000">
                <a:schemeClr val="accent1"/>
              </a:gs>
              <a:gs pos="0">
                <a:schemeClr val="accent1">
                  <a:lumMod val="25000"/>
                  <a:lumOff val="75000"/>
                </a:schemeClr>
              </a:gs>
            </a:gsLst>
            <a:lin ang="8100000" scaled="1"/>
          </a:gradFill>
          <a:ln>
            <a:noFill/>
          </a:ln>
          <a:effectLst>
            <a:outerShdw blurRad="101600" dist="38100" dir="8100000" algn="tr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" name="表格 3"/>
          <p:cNvGraphicFramePr/>
          <p:nvPr/>
        </p:nvGraphicFramePr>
        <p:xfrm>
          <a:off x="1002030" y="1732915"/>
          <a:ext cx="10194925" cy="433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4230"/>
                <a:gridCol w="4076065"/>
                <a:gridCol w="4024630"/>
              </a:tblGrid>
              <a:tr h="76136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场景</a:t>
                      </a:r>
                      <a:endParaRPr sz="19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服装领域举例</a:t>
                      </a:r>
                      <a:endParaRPr sz="19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9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排料</a:t>
                      </a:r>
                      <a:r>
                        <a:rPr sz="19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安排</a:t>
                      </a:r>
                      <a:endParaRPr sz="19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15900" marR="215900" marT="133350" marB="133350" anchor="ctr"/>
                </a:tc>
              </a:tr>
              <a:tr h="71564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一维幅宽搭切</a:t>
                      </a:r>
                      <a:endParaRPr sz="17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面料、衬料分条，条带用料</a:t>
                      </a:r>
                      <a:endParaRPr sz="17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组合宽度、执行次数、订单数量</a:t>
                      </a:r>
                      <a:endParaRPr sz="17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15900" marR="215900" marT="133350" marB="133350" anchor="ctr"/>
                </a:tc>
              </a:tr>
              <a:tr h="71437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二维规则裁片</a:t>
                      </a:r>
                      <a:endParaRPr sz="17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矩形衬片、垫片、条形辅料</a:t>
                      </a:r>
                      <a:endParaRPr sz="17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宽长搭配、旋转许可、贯通切割</a:t>
                      </a:r>
                      <a:endParaRPr sz="17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15900" marR="215900" marT="133350" marB="133350" anchor="ctr"/>
                </a:tc>
              </a:tr>
              <a:tr h="71564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二维异形裁片</a:t>
                      </a:r>
                      <a:endParaRPr sz="17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衣身、袖片、裤片、裙片</a:t>
                      </a:r>
                      <a:endParaRPr sz="17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真实轮廓、方向限制、疵点禁放区</a:t>
                      </a:r>
                      <a:endParaRPr sz="17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15900" marR="215900" marT="133350" marB="133350" anchor="ctr"/>
                </a:tc>
              </a:tr>
              <a:tr h="71564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7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布卷作业</a:t>
                      </a:r>
                      <a:endParaRPr lang="zh-CN" sz="17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7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矩形工位、分段切割</a:t>
                      </a:r>
                      <a:endParaRPr lang="zh-CN" sz="17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整块边界内排料</a:t>
                      </a:r>
                      <a:endParaRPr sz="17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15900" marR="215900" marT="133350" marB="133350" anchor="ctr"/>
                </a:tc>
              </a:tr>
              <a:tr h="71564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料头</a:t>
                      </a:r>
                      <a:r>
                        <a:rPr lang="zh-CN" sz="17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利用</a:t>
                      </a:r>
                      <a:endParaRPr lang="zh-CN" sz="17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短料补单、余料复用</a:t>
                      </a:r>
                      <a:endParaRPr sz="17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7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料头回收建档、需求匹配与复用</a:t>
                      </a:r>
                      <a:endParaRPr sz="17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15900" marR="215900" marT="133350" marB="133350" anchor="ctr"/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3232785" y="6469380"/>
            <a:ext cx="609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sz="160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从一维幅宽搭切到二维异形排料，覆盖服装裁剪全流程</a:t>
            </a:r>
            <a:endParaRPr lang="zh-CN" altLang="en-US" sz="1600" b="1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/>
              <a:t>场景①：一维幅宽搭切</a:t>
            </a:r>
            <a:r>
              <a:rPr lang="en-US" altLang="zh-CN" dirty="0"/>
              <a:t>——</a:t>
            </a:r>
            <a:r>
              <a:rPr lang="zh-CN" altLang="en-US" dirty="0"/>
              <a:t>面料与衬料分条</a:t>
            </a:r>
            <a:endParaRPr lang="zh-CN" altLang="en-US" dirty="0"/>
          </a:p>
        </p:txBody>
      </p:sp>
      <p:sp>
        <p:nvSpPr>
          <p:cNvPr id="27" name="圆角矩形 26"/>
          <p:cNvSpPr/>
          <p:nvPr>
            <p:custDataLst>
              <p:tags r:id="rId2"/>
            </p:custDataLst>
          </p:nvPr>
        </p:nvSpPr>
        <p:spPr>
          <a:xfrm>
            <a:off x="510540" y="1333500"/>
            <a:ext cx="5207000" cy="1505585"/>
          </a:xfrm>
          <a:prstGeom prst="roundRect">
            <a:avLst>
              <a:gd name="adj" fmla="val 4376"/>
            </a:avLst>
          </a:prstGeom>
          <a:solidFill>
            <a:srgbClr val="EAF1FB"/>
          </a:solidFill>
          <a:ln>
            <a:noFill/>
          </a:ln>
        </p:spPr>
        <p:txBody>
          <a:bodyPr/>
          <a:p/>
        </p:txBody>
      </p:sp>
      <p:sp>
        <p:nvSpPr>
          <p:cNvPr id="28" name="圆角矩形 27"/>
          <p:cNvSpPr/>
          <p:nvPr>
            <p:custDataLst>
              <p:tags r:id="rId3"/>
            </p:custDataLst>
          </p:nvPr>
        </p:nvSpPr>
        <p:spPr>
          <a:xfrm>
            <a:off x="6474460" y="1333500"/>
            <a:ext cx="5207000" cy="1505585"/>
          </a:xfrm>
          <a:prstGeom prst="roundRect">
            <a:avLst>
              <a:gd name="adj" fmla="val 4376"/>
            </a:avLst>
          </a:prstGeom>
          <a:solidFill>
            <a:srgbClr val="EAF1FB"/>
          </a:solidFill>
          <a:ln>
            <a:noFill/>
          </a:ln>
        </p:spPr>
        <p:txBody>
          <a:bodyPr/>
          <a:p/>
        </p:txBody>
      </p:sp>
      <p:sp>
        <p:nvSpPr>
          <p:cNvPr id="29" name="圆角矩形 28"/>
          <p:cNvSpPr/>
          <p:nvPr>
            <p:custDataLst>
              <p:tags r:id="rId4"/>
            </p:custDataLst>
          </p:nvPr>
        </p:nvSpPr>
        <p:spPr>
          <a:xfrm>
            <a:off x="510540" y="2974340"/>
            <a:ext cx="5207000" cy="1567815"/>
          </a:xfrm>
          <a:prstGeom prst="roundRect">
            <a:avLst>
              <a:gd name="adj" fmla="val 4376"/>
            </a:avLst>
          </a:prstGeom>
          <a:solidFill>
            <a:srgbClr val="EAF1FB"/>
          </a:solidFill>
          <a:ln>
            <a:noFill/>
          </a:ln>
        </p:spPr>
        <p:txBody>
          <a:bodyPr/>
          <a:p/>
        </p:txBody>
      </p:sp>
      <p:sp>
        <p:nvSpPr>
          <p:cNvPr id="30" name="圆角矩形 29"/>
          <p:cNvSpPr/>
          <p:nvPr>
            <p:custDataLst>
              <p:tags r:id="rId5"/>
            </p:custDataLst>
          </p:nvPr>
        </p:nvSpPr>
        <p:spPr>
          <a:xfrm>
            <a:off x="6474460" y="2974340"/>
            <a:ext cx="5207000" cy="1567815"/>
          </a:xfrm>
          <a:prstGeom prst="roundRect">
            <a:avLst>
              <a:gd name="adj" fmla="val 4376"/>
            </a:avLst>
          </a:prstGeom>
          <a:solidFill>
            <a:srgbClr val="EAF1FB"/>
          </a:solidFill>
          <a:ln>
            <a:noFill/>
          </a:ln>
        </p:spPr>
        <p:txBody>
          <a:bodyPr/>
          <a:p/>
        </p:txBody>
      </p:sp>
      <p:sp>
        <p:nvSpPr>
          <p:cNvPr id="31" name="圆角矩形 30"/>
          <p:cNvSpPr/>
          <p:nvPr>
            <p:custDataLst>
              <p:tags r:id="rId6"/>
            </p:custDataLst>
          </p:nvPr>
        </p:nvSpPr>
        <p:spPr>
          <a:xfrm>
            <a:off x="739140" y="1536700"/>
            <a:ext cx="508000" cy="508000"/>
          </a:xfrm>
          <a:prstGeom prst="roundRect">
            <a:avLst>
              <a:gd name="adj" fmla="val 4376"/>
            </a:avLst>
          </a:prstGeom>
          <a:solidFill>
            <a:srgbClr val="D6E4F9"/>
          </a:solidFill>
          <a:ln>
            <a:noFill/>
          </a:ln>
        </p:spPr>
        <p:txBody>
          <a:bodyPr/>
          <a:p>
            <a:endParaRPr lang="zh-CN" sz="1600" b="1">
              <a:solidFill>
                <a:srgbClr val="0057C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圆角矩形 31"/>
          <p:cNvSpPr/>
          <p:nvPr>
            <p:custDataLst>
              <p:tags r:id="rId7"/>
            </p:custDataLst>
          </p:nvPr>
        </p:nvSpPr>
        <p:spPr>
          <a:xfrm>
            <a:off x="6703060" y="1536700"/>
            <a:ext cx="508000" cy="508000"/>
          </a:xfrm>
          <a:prstGeom prst="roundRect">
            <a:avLst>
              <a:gd name="adj" fmla="val 4376"/>
            </a:avLst>
          </a:prstGeom>
          <a:solidFill>
            <a:srgbClr val="D6E4F9"/>
          </a:solidFill>
          <a:ln>
            <a:noFill/>
          </a:ln>
        </p:spPr>
        <p:txBody>
          <a:bodyPr/>
          <a:p>
            <a:endParaRPr lang="zh-CN" sz="1600" b="1">
              <a:solidFill>
                <a:srgbClr val="0057C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圆角矩形 32"/>
          <p:cNvSpPr/>
          <p:nvPr>
            <p:custDataLst>
              <p:tags r:id="rId8"/>
            </p:custDataLst>
          </p:nvPr>
        </p:nvSpPr>
        <p:spPr>
          <a:xfrm>
            <a:off x="739140" y="3177540"/>
            <a:ext cx="508000" cy="508000"/>
          </a:xfrm>
          <a:prstGeom prst="roundRect">
            <a:avLst>
              <a:gd name="adj" fmla="val 4376"/>
            </a:avLst>
          </a:prstGeom>
          <a:solidFill>
            <a:srgbClr val="D6E4F9"/>
          </a:solidFill>
          <a:ln>
            <a:noFill/>
          </a:ln>
        </p:spPr>
        <p:txBody>
          <a:bodyPr/>
          <a:p>
            <a:endParaRPr lang="zh-CN" sz="1600" b="1">
              <a:solidFill>
                <a:srgbClr val="0057C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圆角矩形 33"/>
          <p:cNvSpPr/>
          <p:nvPr>
            <p:custDataLst>
              <p:tags r:id="rId9"/>
            </p:custDataLst>
          </p:nvPr>
        </p:nvSpPr>
        <p:spPr>
          <a:xfrm>
            <a:off x="6703060" y="3177540"/>
            <a:ext cx="508000" cy="508000"/>
          </a:xfrm>
          <a:prstGeom prst="roundRect">
            <a:avLst>
              <a:gd name="adj" fmla="val 4376"/>
            </a:avLst>
          </a:prstGeom>
          <a:solidFill>
            <a:srgbClr val="D6E4F9"/>
          </a:solidFill>
          <a:ln>
            <a:noFill/>
          </a:ln>
        </p:spPr>
        <p:txBody>
          <a:bodyPr/>
          <a:p>
            <a:endParaRPr lang="zh-CN" sz="1600" b="1">
              <a:solidFill>
                <a:srgbClr val="0057C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圆角矩形 34"/>
          <p:cNvSpPr/>
          <p:nvPr>
            <p:custDataLst>
              <p:tags r:id="rId10"/>
            </p:custDataLst>
          </p:nvPr>
        </p:nvSpPr>
        <p:spPr>
          <a:xfrm>
            <a:off x="2372995" y="1587500"/>
            <a:ext cx="1080000" cy="279400"/>
          </a:xfrm>
          <a:prstGeom prst="roundRect">
            <a:avLst>
              <a:gd name="adj" fmla="val 4376"/>
            </a:avLst>
          </a:prstGeom>
          <a:solidFill>
            <a:srgbClr val="D6E4F9"/>
          </a:solidFill>
          <a:ln>
            <a:noFill/>
          </a:ln>
        </p:spPr>
        <p:txBody>
          <a:bodyPr/>
          <a:p>
            <a:r>
              <a:rPr lang="zh-CN" sz="1150" b="1">
                <a:solidFill>
                  <a:srgbClr val="0057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订单驱动</a:t>
            </a:r>
            <a:endParaRPr lang="zh-CN" sz="1150" b="1">
              <a:solidFill>
                <a:srgbClr val="0057C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圆角矩形 35"/>
          <p:cNvSpPr/>
          <p:nvPr>
            <p:custDataLst>
              <p:tags r:id="rId11"/>
            </p:custDataLst>
          </p:nvPr>
        </p:nvSpPr>
        <p:spPr>
          <a:xfrm>
            <a:off x="8397875" y="1587500"/>
            <a:ext cx="1080000" cy="279400"/>
          </a:xfrm>
          <a:prstGeom prst="roundRect">
            <a:avLst>
              <a:gd name="adj" fmla="val 4376"/>
            </a:avLst>
          </a:prstGeom>
          <a:solidFill>
            <a:srgbClr val="D6E4F9"/>
          </a:solidFill>
          <a:ln>
            <a:noFill/>
          </a:ln>
        </p:spPr>
        <p:txBody>
          <a:bodyPr/>
          <a:p>
            <a:r>
              <a:rPr lang="zh-CN" sz="1150" b="1">
                <a:solidFill>
                  <a:srgbClr val="0057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真实幅宽</a:t>
            </a:r>
            <a:endParaRPr lang="zh-CN" sz="1150" b="1">
              <a:solidFill>
                <a:srgbClr val="0057C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圆角矩形 36"/>
          <p:cNvSpPr/>
          <p:nvPr>
            <p:custDataLst>
              <p:tags r:id="rId12"/>
            </p:custDataLst>
          </p:nvPr>
        </p:nvSpPr>
        <p:spPr>
          <a:xfrm>
            <a:off x="2372995" y="3235325"/>
            <a:ext cx="1080000" cy="279400"/>
          </a:xfrm>
          <a:prstGeom prst="roundRect">
            <a:avLst>
              <a:gd name="adj" fmla="val 4376"/>
            </a:avLst>
          </a:prstGeom>
          <a:solidFill>
            <a:srgbClr val="D6E4F9"/>
          </a:solidFill>
          <a:ln>
            <a:noFill/>
          </a:ln>
        </p:spPr>
        <p:txBody>
          <a:bodyPr/>
          <a:p>
            <a:r>
              <a:rPr lang="zh-CN" sz="1150" b="1">
                <a:solidFill>
                  <a:srgbClr val="0057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快速／精细</a:t>
            </a:r>
          </a:p>
        </p:txBody>
      </p:sp>
      <p:sp>
        <p:nvSpPr>
          <p:cNvPr id="38" name="圆角矩形 37"/>
          <p:cNvSpPr/>
          <p:nvPr>
            <p:custDataLst>
              <p:tags r:id="rId13"/>
            </p:custDataLst>
          </p:nvPr>
        </p:nvSpPr>
        <p:spPr>
          <a:xfrm>
            <a:off x="8397875" y="3235325"/>
            <a:ext cx="1080000" cy="279400"/>
          </a:xfrm>
          <a:prstGeom prst="roundRect">
            <a:avLst>
              <a:gd name="adj" fmla="val 4376"/>
            </a:avLst>
          </a:prstGeom>
          <a:solidFill>
            <a:srgbClr val="D6E4F9"/>
          </a:solidFill>
          <a:ln>
            <a:noFill/>
          </a:ln>
        </p:spPr>
        <p:txBody>
          <a:bodyPr/>
          <a:p>
            <a:r>
              <a:rPr lang="zh-CN" sz="1150" b="1">
                <a:solidFill>
                  <a:srgbClr val="0057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分条·条带</a:t>
            </a:r>
            <a:endParaRPr lang="zh-CN" sz="1150" b="1">
              <a:solidFill>
                <a:srgbClr val="0057C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矩形 40"/>
          <p:cNvSpPr/>
          <p:nvPr>
            <p:custDataLst>
              <p:tags r:id="rId14"/>
            </p:custDataLst>
          </p:nvPr>
        </p:nvSpPr>
        <p:spPr>
          <a:xfrm>
            <a:off x="1399540" y="1562100"/>
            <a:ext cx="40640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50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业务输入</a:t>
            </a:r>
            <a:endParaRPr lang="zh-CN" sz="1500">
              <a:solidFill>
                <a:srgbClr val="1B2A4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矩形 41"/>
          <p:cNvSpPr/>
          <p:nvPr>
            <p:custDataLst>
              <p:tags r:id="rId15"/>
            </p:custDataLst>
          </p:nvPr>
        </p:nvSpPr>
        <p:spPr>
          <a:xfrm>
            <a:off x="7363460" y="1562100"/>
            <a:ext cx="40640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50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材料条件</a:t>
            </a:r>
            <a:endParaRPr lang="zh-CN" sz="1500">
              <a:solidFill>
                <a:srgbClr val="1B2A4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矩形 42"/>
          <p:cNvSpPr/>
          <p:nvPr>
            <p:custDataLst>
              <p:tags r:id="rId16"/>
            </p:custDataLst>
          </p:nvPr>
        </p:nvSpPr>
        <p:spPr>
          <a:xfrm>
            <a:off x="1399540" y="3202940"/>
            <a:ext cx="40640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50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业务输出</a:t>
            </a:r>
            <a:endParaRPr lang="zh-CN" sz="1500">
              <a:solidFill>
                <a:srgbClr val="1B2A4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矩形 43"/>
          <p:cNvSpPr/>
          <p:nvPr>
            <p:custDataLst>
              <p:tags r:id="rId17"/>
            </p:custDataLst>
          </p:nvPr>
        </p:nvSpPr>
        <p:spPr>
          <a:xfrm>
            <a:off x="7363460" y="3202940"/>
            <a:ext cx="40640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50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服装应用</a:t>
            </a:r>
            <a:endParaRPr lang="zh-CN" sz="1500">
              <a:solidFill>
                <a:srgbClr val="1B2A4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 44"/>
          <p:cNvSpPr/>
          <p:nvPr>
            <p:custDataLst>
              <p:tags r:id="rId18"/>
            </p:custDataLst>
          </p:nvPr>
        </p:nvSpPr>
        <p:spPr>
          <a:xfrm>
            <a:off x="739140" y="2161540"/>
            <a:ext cx="4775200" cy="621665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40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成品宽度、数量、长度与可共同加工的工艺条件，支持 Excel / API 导入，自动格式校验</a:t>
            </a:r>
            <a:endParaRPr lang="zh-CN" sz="140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矩形 45"/>
          <p:cNvSpPr/>
          <p:nvPr>
            <p:custDataLst>
              <p:tags r:id="rId19"/>
            </p:custDataLst>
          </p:nvPr>
        </p:nvSpPr>
        <p:spPr>
          <a:xfrm>
            <a:off x="6703060" y="2161540"/>
            <a:ext cx="4775200" cy="621665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40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母卷总幅宽、左右固定切边与允许组合宽度分别设定，按真实可切区参与计算</a:t>
            </a:r>
          </a:p>
        </p:txBody>
      </p:sp>
      <p:sp>
        <p:nvSpPr>
          <p:cNvPr id="47" name="矩形 46"/>
          <p:cNvSpPr/>
          <p:nvPr>
            <p:custDataLst>
              <p:tags r:id="rId20"/>
            </p:custDataLst>
          </p:nvPr>
        </p:nvSpPr>
        <p:spPr>
          <a:xfrm>
            <a:off x="739140" y="3802380"/>
            <a:ext cx="4775200" cy="68199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40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输出宽度组合、重复用卷与订单分配，核对需求缺口，支持选组重切、撤销与 Excel 导出</a:t>
            </a:r>
          </a:p>
        </p:txBody>
      </p:sp>
      <p:sp>
        <p:nvSpPr>
          <p:cNvPr id="48" name="矩形 47"/>
          <p:cNvSpPr/>
          <p:nvPr>
            <p:custDataLst>
              <p:tags r:id="rId21"/>
            </p:custDataLst>
          </p:nvPr>
        </p:nvSpPr>
        <p:spPr>
          <a:xfrm>
            <a:off x="6703060" y="3802380"/>
            <a:ext cx="4775200" cy="68199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40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面料、衬料分条与条带类用料，按材料和工艺要求分组处理，适配服装生产习惯</a:t>
            </a:r>
            <a:endParaRPr lang="zh-CN" sz="140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 descr="输入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813435" y="1608455"/>
            <a:ext cx="360000" cy="360000"/>
          </a:xfrm>
          <a:prstGeom prst="rect">
            <a:avLst/>
          </a:prstGeom>
        </p:spPr>
      </p:pic>
      <p:pic>
        <p:nvPicPr>
          <p:cNvPr id="8" name="图片 7" descr="输出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813435" y="3260090"/>
            <a:ext cx="360000" cy="360000"/>
          </a:xfrm>
          <a:prstGeom prst="rect">
            <a:avLst/>
          </a:prstGeom>
        </p:spPr>
      </p:pic>
      <p:pic>
        <p:nvPicPr>
          <p:cNvPr id="9" name="图片 8" descr="过滤、条件 (1)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/>
          <a:stretch>
            <a:fillRect/>
          </a:stretch>
        </p:blipFill>
        <p:spPr>
          <a:xfrm>
            <a:off x="6776720" y="1610995"/>
            <a:ext cx="360000" cy="360000"/>
          </a:xfrm>
          <a:prstGeom prst="rect">
            <a:avLst/>
          </a:prstGeom>
        </p:spPr>
      </p:pic>
      <p:pic>
        <p:nvPicPr>
          <p:cNvPr id="10" name="图片 9" descr="布料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9"/>
          <a:stretch>
            <a:fillRect/>
          </a:stretch>
        </p:blipFill>
        <p:spPr>
          <a:xfrm>
            <a:off x="6671310" y="3148965"/>
            <a:ext cx="540000" cy="540000"/>
          </a:xfrm>
          <a:prstGeom prst="rect">
            <a:avLst/>
          </a:prstGeom>
        </p:spPr>
      </p:pic>
      <p:graphicFrame>
        <p:nvGraphicFramePr>
          <p:cNvPr id="11" name="表格 10"/>
          <p:cNvGraphicFramePr/>
          <p:nvPr>
            <p:custDataLst>
              <p:tags r:id="rId30"/>
            </p:custDataLst>
          </p:nvPr>
        </p:nvGraphicFramePr>
        <p:xfrm>
          <a:off x="5323840" y="4792980"/>
          <a:ext cx="6334125" cy="1928495"/>
        </p:xfrm>
        <a:graphic>
          <a:graphicData uri="http://schemas.openxmlformats.org/drawingml/2006/table">
            <a:tbl>
              <a:tblPr firstRow="1" bandRow="1">
                <a:tableStyleId>{50E7455C-0A36-4423-9E92-93A872DF458A}</a:tableStyleId>
              </a:tblPr>
              <a:tblGrid>
                <a:gridCol w="2157730"/>
                <a:gridCol w="2562225"/>
                <a:gridCol w="1614170"/>
              </a:tblGrid>
              <a:tr h="569595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sz="1600" spc="120"/>
                        <a:t>宽度组合</a:t>
                      </a:r>
                      <a:endParaRPr lang="zh-CN" sz="1600" spc="120"/>
                    </a:p>
                  </a:txBody>
                  <a:tcPr marL="254000" marR="254000" marT="127000" marB="127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sz="1600" spc="120"/>
                        <a:t>执行方式</a:t>
                      </a:r>
                      <a:endParaRPr lang="zh-CN" sz="1600" spc="120"/>
                    </a:p>
                  </a:txBody>
                  <a:tcPr marL="254000" marR="254000" marT="127000" marB="127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sz="1600" spc="120"/>
                        <a:t>剩余宽度</a:t>
                      </a:r>
                      <a:endParaRPr lang="zh-CN" sz="1600" spc="120"/>
                    </a:p>
                  </a:txBody>
                  <a:tcPr marL="254000" marR="254000" marT="127000" marB="127000" anchor="ctr"/>
                </a:tc>
              </a:tr>
              <a:tr h="59309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400"/>
                        <a:t>600 + 500 + 400 mm</a:t>
                      </a:r>
                      <a:endParaRPr sz="1400"/>
                    </a:p>
                  </a:txBody>
                  <a:tcPr marL="254000" marR="254000" marT="127000" marB="127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400"/>
                        <a:t>1</a:t>
                      </a:r>
                      <a:r>
                        <a:rPr lang="zh-CN" altLang="en-US" sz="1400"/>
                        <a:t>种组合，</a:t>
                      </a:r>
                      <a:r>
                        <a:rPr lang="zh-CN" sz="1400"/>
                        <a:t>执行</a:t>
                      </a:r>
                      <a:r>
                        <a:rPr lang="en-US" altLang="zh-CN" sz="1400"/>
                        <a:t>2</a:t>
                      </a:r>
                      <a:r>
                        <a:rPr lang="zh-CN" altLang="en-US" sz="1400"/>
                        <a:t>次</a:t>
                      </a:r>
                      <a:endParaRPr sz="1400"/>
                    </a:p>
                  </a:txBody>
                  <a:tcPr marL="254000" marR="254000" marT="127000" marB="127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400"/>
                        <a:t>100 mm</a:t>
                      </a:r>
                      <a:r>
                        <a:rPr lang="en-US" sz="1400"/>
                        <a:t> * 2</a:t>
                      </a:r>
                      <a:endParaRPr lang="en-US" sz="1400"/>
                    </a:p>
                  </a:txBody>
                  <a:tcPr marL="254000" marR="254000" marT="127000" marB="127000" anchor="ctr"/>
                </a:tc>
              </a:tr>
              <a:tr h="76581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400"/>
                        <a:t>600 + 600 + 400 mm</a:t>
                      </a:r>
                      <a:endParaRPr sz="1400"/>
                    </a:p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400">
                          <a:sym typeface="+mn-ea"/>
                        </a:rPr>
                        <a:t>5</a:t>
                      </a:r>
                      <a:r>
                        <a:rPr sz="1400">
                          <a:sym typeface="+mn-ea"/>
                        </a:rPr>
                        <a:t>00 + </a:t>
                      </a:r>
                      <a:r>
                        <a:rPr lang="en-US" sz="1400">
                          <a:sym typeface="+mn-ea"/>
                        </a:rPr>
                        <a:t>5</a:t>
                      </a:r>
                      <a:r>
                        <a:rPr sz="1400">
                          <a:sym typeface="+mn-ea"/>
                        </a:rPr>
                        <a:t>00 + 400 mm</a:t>
                      </a:r>
                      <a:endParaRPr lang="en-US" sz="1400"/>
                    </a:p>
                  </a:txBody>
                  <a:tcPr marL="254000" marR="254000" marT="127000" marB="127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400"/>
                        <a:t>2</a:t>
                      </a:r>
                      <a:r>
                        <a:rPr lang="zh-CN" altLang="en-US" sz="1400"/>
                        <a:t>种组合，各执行</a:t>
                      </a:r>
                      <a:r>
                        <a:rPr lang="en-US" altLang="zh-CN" sz="1400"/>
                        <a:t>1</a:t>
                      </a:r>
                      <a:r>
                        <a:rPr lang="zh-CN" altLang="en-US" sz="1400"/>
                        <a:t>次</a:t>
                      </a:r>
                      <a:endParaRPr lang="zh-CN" altLang="en-US" sz="1400"/>
                    </a:p>
                  </a:txBody>
                  <a:tcPr marL="254000" marR="254000" marT="127000" marB="127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400"/>
                        <a:t>20</a:t>
                      </a:r>
                      <a:r>
                        <a:rPr sz="1400"/>
                        <a:t>0 mm</a:t>
                      </a:r>
                      <a:r>
                        <a:rPr lang="en-US" sz="1400"/>
                        <a:t>*1</a:t>
                      </a:r>
                      <a:endParaRPr lang="en-US" sz="1400"/>
                    </a:p>
                  </a:txBody>
                  <a:tcPr marL="254000" marR="254000" marT="127000" marB="127000" anchor="ctr"/>
                </a:tc>
              </a:tr>
            </a:tbl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510540" y="5095875"/>
            <a:ext cx="4443730" cy="1322070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p>
            <a:pPr>
              <a:buNone/>
              <a:defRPr sz="2250" b="1">
                <a:solidFill>
                  <a:srgbClr val="167D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zh-CN" sz="1400" b="0">
                <a:ln/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  <a:effectLst/>
              </a:rPr>
              <a:t>示例条件：幅宽1600 mm，600／500／400 mm各需2条。同卷长，不计切边与刀缝。</a:t>
            </a:r>
          </a:p>
          <a:p>
            <a:pPr>
              <a:buNone/>
              <a:defRPr sz="2250" b="1">
                <a:solidFill>
                  <a:srgbClr val="167D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zh-CN" sz="1400" b="0">
                <a:ln/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  <a:effectLst/>
              </a:rPr>
              <a:t>两方案幅宽利用率均为93.75%。方案一仅1种组合，可减少1次换刀（不含首次设刀）。</a:t>
            </a:r>
          </a:p>
        </p:txBody>
      </p:sp>
    </p:spTree>
    <p:custDataLst>
      <p:tags r:id="rId3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/>
              <a:t>场景②：二维规则裁片</a:t>
            </a:r>
            <a:r>
              <a:rPr lang="en-US" altLang="zh-CN" dirty="0"/>
              <a:t>——</a:t>
            </a:r>
            <a:r>
              <a:rPr lang="zh-CN" altLang="en-US" dirty="0"/>
              <a:t>衬片与条形辅料</a:t>
            </a:r>
            <a:endParaRPr lang="zh-CN" altLang="en-US" dirty="0"/>
          </a:p>
        </p:txBody>
      </p:sp>
      <p:sp>
        <p:nvSpPr>
          <p:cNvPr id="51" name="圆角矩形 50"/>
          <p:cNvSpPr/>
          <p:nvPr/>
        </p:nvSpPr>
        <p:spPr>
          <a:xfrm>
            <a:off x="825500" y="1333500"/>
            <a:ext cx="5588000" cy="1600200"/>
          </a:xfrm>
          <a:prstGeom prst="roundRect">
            <a:avLst>
              <a:gd name="adj" fmla="val 4376"/>
            </a:avLst>
          </a:prstGeom>
          <a:solidFill>
            <a:srgbClr val="EAF1FB"/>
          </a:solidFill>
          <a:ln>
            <a:noFill/>
          </a:ln>
        </p:spPr>
        <p:txBody>
          <a:bodyPr/>
          <a:p/>
        </p:txBody>
      </p:sp>
      <p:sp>
        <p:nvSpPr>
          <p:cNvPr id="52" name="圆角矩形 51"/>
          <p:cNvSpPr/>
          <p:nvPr/>
        </p:nvSpPr>
        <p:spPr>
          <a:xfrm>
            <a:off x="825500" y="3086100"/>
            <a:ext cx="5588000" cy="1600200"/>
          </a:xfrm>
          <a:prstGeom prst="roundRect">
            <a:avLst>
              <a:gd name="adj" fmla="val 4376"/>
            </a:avLst>
          </a:prstGeom>
          <a:solidFill>
            <a:srgbClr val="EAF1FB"/>
          </a:solidFill>
          <a:ln>
            <a:noFill/>
          </a:ln>
        </p:spPr>
        <p:txBody>
          <a:bodyPr/>
          <a:p/>
        </p:txBody>
      </p:sp>
      <p:sp>
        <p:nvSpPr>
          <p:cNvPr id="53" name="圆角矩形 52"/>
          <p:cNvSpPr/>
          <p:nvPr/>
        </p:nvSpPr>
        <p:spPr>
          <a:xfrm>
            <a:off x="825500" y="4838700"/>
            <a:ext cx="5588000" cy="1600200"/>
          </a:xfrm>
          <a:prstGeom prst="roundRect">
            <a:avLst>
              <a:gd name="adj" fmla="val 4376"/>
            </a:avLst>
          </a:prstGeom>
          <a:solidFill>
            <a:srgbClr val="EAF1FB"/>
          </a:solidFill>
          <a:ln>
            <a:noFill/>
          </a:ln>
        </p:spPr>
        <p:txBody>
          <a:bodyPr/>
          <a:p/>
        </p:txBody>
      </p:sp>
      <p:sp>
        <p:nvSpPr>
          <p:cNvPr id="54" name="圆角矩形 53"/>
          <p:cNvSpPr/>
          <p:nvPr/>
        </p:nvSpPr>
        <p:spPr>
          <a:xfrm>
            <a:off x="1028700" y="1536700"/>
            <a:ext cx="431800" cy="431800"/>
          </a:xfrm>
          <a:prstGeom prst="roundRect">
            <a:avLst>
              <a:gd name="adj" fmla="val 4376"/>
            </a:avLst>
          </a:prstGeom>
          <a:solidFill>
            <a:srgbClr val="D6E4F9"/>
          </a:solidFill>
          <a:ln>
            <a:noFill/>
          </a:ln>
        </p:spPr>
        <p:txBody>
          <a:bodyPr anchor="ctr" anchorCtr="0"/>
          <a:p>
            <a:pPr algn="ctr"/>
            <a:r>
              <a:rPr lang="zh-CN" sz="1400" b="1">
                <a:solidFill>
                  <a:srgbClr val="0057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sz="1400" b="1">
              <a:solidFill>
                <a:srgbClr val="0057C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圆角矩形 54"/>
          <p:cNvSpPr/>
          <p:nvPr/>
        </p:nvSpPr>
        <p:spPr>
          <a:xfrm>
            <a:off x="1028700" y="3289300"/>
            <a:ext cx="431800" cy="431800"/>
          </a:xfrm>
          <a:prstGeom prst="roundRect">
            <a:avLst>
              <a:gd name="adj" fmla="val 4376"/>
            </a:avLst>
          </a:prstGeom>
          <a:solidFill>
            <a:srgbClr val="D6E4F9"/>
          </a:solidFill>
          <a:ln>
            <a:noFill/>
          </a:ln>
        </p:spPr>
        <p:txBody>
          <a:bodyPr anchor="ctr" anchorCtr="0"/>
          <a:p>
            <a:pPr algn="ctr"/>
            <a:r>
              <a:rPr lang="zh-CN" sz="1400" b="1">
                <a:solidFill>
                  <a:srgbClr val="0057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sz="1400" b="1">
              <a:solidFill>
                <a:srgbClr val="0057C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圆角矩形 55"/>
          <p:cNvSpPr/>
          <p:nvPr/>
        </p:nvSpPr>
        <p:spPr>
          <a:xfrm>
            <a:off x="1028700" y="5041900"/>
            <a:ext cx="431800" cy="431800"/>
          </a:xfrm>
          <a:prstGeom prst="roundRect">
            <a:avLst>
              <a:gd name="adj" fmla="val 4376"/>
            </a:avLst>
          </a:prstGeom>
          <a:solidFill>
            <a:srgbClr val="D6E4F9"/>
          </a:solidFill>
          <a:ln>
            <a:noFill/>
          </a:ln>
        </p:spPr>
        <p:txBody>
          <a:bodyPr anchor="ctr" anchorCtr="0"/>
          <a:p>
            <a:pPr algn="ctr"/>
            <a:r>
              <a:rPr lang="zh-CN" sz="1400" b="1">
                <a:solidFill>
                  <a:srgbClr val="0057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sz="1400" b="1">
              <a:solidFill>
                <a:srgbClr val="0057C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圆角矩形 56"/>
          <p:cNvSpPr/>
          <p:nvPr/>
        </p:nvSpPr>
        <p:spPr>
          <a:xfrm>
            <a:off x="1612900" y="1993900"/>
            <a:ext cx="1130300" cy="254000"/>
          </a:xfrm>
          <a:prstGeom prst="roundRect">
            <a:avLst>
              <a:gd name="adj" fmla="val 4376"/>
            </a:avLst>
          </a:prstGeom>
          <a:solidFill>
            <a:srgbClr val="D6E4F9"/>
          </a:solidFill>
          <a:ln>
            <a:noFill/>
          </a:ln>
        </p:spPr>
        <p:txBody>
          <a:bodyPr/>
          <a:p>
            <a:r>
              <a:rPr lang="zh-CN" sz="1100" b="1">
                <a:solidFill>
                  <a:srgbClr val="0057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矩形·条形</a:t>
            </a:r>
            <a:endParaRPr lang="zh-CN" sz="1100" b="1">
              <a:solidFill>
                <a:srgbClr val="0057C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1612900" y="3746500"/>
            <a:ext cx="965200" cy="254000"/>
          </a:xfrm>
          <a:prstGeom prst="roundRect">
            <a:avLst>
              <a:gd name="adj" fmla="val 4376"/>
            </a:avLst>
          </a:prstGeom>
          <a:solidFill>
            <a:srgbClr val="D6E4F9"/>
          </a:solidFill>
          <a:ln>
            <a:noFill/>
          </a:ln>
        </p:spPr>
        <p:txBody>
          <a:bodyPr/>
          <a:p>
            <a:r>
              <a:rPr lang="zh-CN" sz="1100" b="1">
                <a:solidFill>
                  <a:srgbClr val="0057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适配设备</a:t>
            </a:r>
            <a:endParaRPr lang="zh-CN" sz="1100" b="1">
              <a:solidFill>
                <a:srgbClr val="0057C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圆角矩形 58"/>
          <p:cNvSpPr/>
          <p:nvPr/>
        </p:nvSpPr>
        <p:spPr>
          <a:xfrm>
            <a:off x="1612900" y="5499100"/>
            <a:ext cx="800100" cy="254000"/>
          </a:xfrm>
          <a:prstGeom prst="roundRect">
            <a:avLst>
              <a:gd name="adj" fmla="val 4376"/>
            </a:avLst>
          </a:prstGeom>
          <a:solidFill>
            <a:srgbClr val="D6E4F9"/>
          </a:solidFill>
          <a:ln>
            <a:noFill/>
          </a:ln>
        </p:spPr>
        <p:txBody>
          <a:bodyPr/>
          <a:p>
            <a:r>
              <a:rPr lang="zh-CN" sz="1100" b="1">
                <a:solidFill>
                  <a:srgbClr val="0057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禁放区</a:t>
            </a:r>
            <a:endParaRPr lang="zh-CN" sz="1100" b="1">
              <a:solidFill>
                <a:srgbClr val="0057C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612900" y="15494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50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规则图形</a:t>
            </a:r>
            <a:endParaRPr lang="zh-CN" sz="1500">
              <a:solidFill>
                <a:srgbClr val="1B2A4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028700" y="2349500"/>
            <a:ext cx="5207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矩形衬片、垫片、条形辅料，按尺寸与数量自动组合安排</a:t>
            </a:r>
            <a:endParaRPr lang="zh-CN" sz="120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1612900" y="33020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50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贯通裁切</a:t>
            </a:r>
            <a:endParaRPr lang="zh-CN" sz="1500">
              <a:solidFill>
                <a:srgbClr val="1B2A4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1028700" y="4102100"/>
            <a:ext cx="5207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按设备允许的横切、纵切方式，安排可逐步分开的矩形布局</a:t>
            </a:r>
            <a:endParaRPr lang="zh-CN" sz="120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1612900" y="50546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50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疵点避让</a:t>
            </a:r>
            <a:endParaRPr lang="zh-CN" sz="1500">
              <a:solidFill>
                <a:srgbClr val="1B2A4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1028700" y="5854700"/>
            <a:ext cx="5207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在允许加工区域内放置裁片，避开疵点及保护范围，输出纵横切割步骤</a:t>
            </a:r>
            <a:endParaRPr lang="zh-CN" sz="120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6" name="图片 65"/>
          <p:cNvPicPr/>
          <p:nvPr/>
        </p:nvPicPr>
        <p:blipFill>
          <a:blip r:embed="rId2"/>
          <a:stretch>
            <a:fillRect/>
          </a:stretch>
        </p:blipFill>
        <p:spPr>
          <a:xfrm>
            <a:off x="7708900" y="1333500"/>
            <a:ext cx="2851655" cy="4699000"/>
          </a:xfrm>
          <a:prstGeom prst="rect">
            <a:avLst/>
          </a:prstGeom>
        </p:spPr>
      </p:pic>
      <p:sp>
        <p:nvSpPr>
          <p:cNvPr id="67" name="矩形 66"/>
          <p:cNvSpPr/>
          <p:nvPr/>
        </p:nvSpPr>
        <p:spPr>
          <a:xfrm>
            <a:off x="6997700" y="6093460"/>
            <a:ext cx="3806190" cy="54800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algn="ctr"/>
            <a:r>
              <a:rPr lang="zh-CN" sz="1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红色区域为疵点禁放区；候选余料需经实物分离、实测和确认后入库备用。</a:t>
            </a:r>
            <a:endParaRPr lang="zh-CN" sz="14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sym typeface="+mn-ea"/>
              </a:rPr>
              <a:t>场景③：多裁片混合密排</a:t>
            </a:r>
            <a:r>
              <a:rPr lang="en-US" altLang="zh-CN" dirty="0">
                <a:sym typeface="+mn-ea"/>
              </a:rPr>
              <a:t>——</a:t>
            </a:r>
            <a:r>
              <a:rPr lang="zh-CN" altLang="en-US" dirty="0">
                <a:sym typeface="+mn-ea"/>
              </a:rPr>
              <a:t>衣身、袖片与贴袋</a:t>
            </a:r>
            <a:endParaRPr lang="zh-CN" altLang="en-US" dirty="0">
              <a:sym typeface="+mn-ea"/>
            </a:endParaRPr>
          </a:p>
        </p:txBody>
      </p:sp>
      <p:sp>
        <p:nvSpPr>
          <p:cNvPr id="89" name="圆角矩形 88"/>
          <p:cNvSpPr/>
          <p:nvPr/>
        </p:nvSpPr>
        <p:spPr>
          <a:xfrm>
            <a:off x="825500" y="1333500"/>
            <a:ext cx="5588000" cy="1600200"/>
          </a:xfrm>
          <a:prstGeom prst="roundRect">
            <a:avLst>
              <a:gd name="adj" fmla="val 4376"/>
            </a:avLst>
          </a:prstGeom>
          <a:solidFill>
            <a:srgbClr val="EAF1FB"/>
          </a:solidFill>
          <a:ln>
            <a:noFill/>
          </a:ln>
        </p:spPr>
        <p:txBody>
          <a:bodyPr/>
          <a:p/>
        </p:txBody>
      </p:sp>
      <p:sp>
        <p:nvSpPr>
          <p:cNvPr id="90" name="圆角矩形 89"/>
          <p:cNvSpPr/>
          <p:nvPr/>
        </p:nvSpPr>
        <p:spPr>
          <a:xfrm>
            <a:off x="825500" y="3086100"/>
            <a:ext cx="5588000" cy="1600200"/>
          </a:xfrm>
          <a:prstGeom prst="roundRect">
            <a:avLst>
              <a:gd name="adj" fmla="val 4376"/>
            </a:avLst>
          </a:prstGeom>
          <a:solidFill>
            <a:srgbClr val="EAF1FB"/>
          </a:solidFill>
          <a:ln>
            <a:noFill/>
          </a:ln>
        </p:spPr>
        <p:txBody>
          <a:bodyPr/>
          <a:p/>
        </p:txBody>
      </p:sp>
      <p:sp>
        <p:nvSpPr>
          <p:cNvPr id="91" name="圆角矩形 90"/>
          <p:cNvSpPr/>
          <p:nvPr/>
        </p:nvSpPr>
        <p:spPr>
          <a:xfrm>
            <a:off x="1028700" y="1536700"/>
            <a:ext cx="431800" cy="431800"/>
          </a:xfrm>
          <a:prstGeom prst="roundRect">
            <a:avLst>
              <a:gd name="adj" fmla="val 4376"/>
            </a:avLst>
          </a:prstGeom>
          <a:solidFill>
            <a:srgbClr val="D6E4F9"/>
          </a:solidFill>
          <a:ln>
            <a:noFill/>
          </a:ln>
        </p:spPr>
        <p:txBody>
          <a:bodyPr anchor="ctr" anchorCtr="0"/>
          <a:p>
            <a:pPr algn="ctr"/>
            <a:r>
              <a:rPr lang="zh-CN" sz="1400" b="1">
                <a:solidFill>
                  <a:srgbClr val="0057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sz="1400" b="1">
              <a:solidFill>
                <a:srgbClr val="0057C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圆角矩形 91"/>
          <p:cNvSpPr/>
          <p:nvPr/>
        </p:nvSpPr>
        <p:spPr>
          <a:xfrm>
            <a:off x="1028700" y="3289300"/>
            <a:ext cx="431800" cy="431800"/>
          </a:xfrm>
          <a:prstGeom prst="roundRect">
            <a:avLst>
              <a:gd name="adj" fmla="val 4376"/>
            </a:avLst>
          </a:prstGeom>
          <a:solidFill>
            <a:srgbClr val="D6E4F9"/>
          </a:solidFill>
          <a:ln>
            <a:noFill/>
          </a:ln>
        </p:spPr>
        <p:txBody>
          <a:bodyPr anchor="ctr" anchorCtr="0"/>
          <a:p>
            <a:pPr algn="ctr"/>
            <a:r>
              <a:rPr lang="zh-CN" sz="1400" b="1">
                <a:solidFill>
                  <a:srgbClr val="0057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sz="1400" b="1">
              <a:solidFill>
                <a:srgbClr val="0057C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圆角矩形 92"/>
          <p:cNvSpPr/>
          <p:nvPr/>
        </p:nvSpPr>
        <p:spPr>
          <a:xfrm>
            <a:off x="1612900" y="1993900"/>
            <a:ext cx="1295400" cy="254000"/>
          </a:xfrm>
          <a:prstGeom prst="roundRect">
            <a:avLst>
              <a:gd name="adj" fmla="val 4376"/>
            </a:avLst>
          </a:prstGeom>
          <a:solidFill>
            <a:srgbClr val="D6E4F9"/>
          </a:solidFill>
          <a:ln>
            <a:noFill/>
          </a:ln>
        </p:spPr>
        <p:txBody>
          <a:bodyPr/>
          <a:p>
            <a:r>
              <a:rPr lang="zh-CN" sz="1100" b="1">
                <a:solidFill>
                  <a:srgbClr val="0057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26 件裁片</a:t>
            </a:r>
            <a:endParaRPr lang="zh-CN" sz="1100" b="1">
              <a:solidFill>
                <a:srgbClr val="0057C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圆角矩形 93"/>
          <p:cNvSpPr/>
          <p:nvPr/>
        </p:nvSpPr>
        <p:spPr>
          <a:xfrm>
            <a:off x="1612900" y="3746500"/>
            <a:ext cx="1460500" cy="254000"/>
          </a:xfrm>
          <a:prstGeom prst="roundRect">
            <a:avLst>
              <a:gd name="adj" fmla="val 4376"/>
            </a:avLst>
          </a:prstGeom>
          <a:solidFill>
            <a:srgbClr val="D6E4F9"/>
          </a:solidFill>
          <a:ln>
            <a:noFill/>
          </a:ln>
        </p:spPr>
        <p:txBody>
          <a:bodyPr/>
          <a:p>
            <a:r>
              <a:rPr lang="zh-CN" sz="1100" b="1">
                <a:solidFill>
                  <a:srgbClr val="0057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已排 21 件</a:t>
            </a:r>
            <a:endParaRPr lang="zh-CN" sz="1100" b="1">
              <a:solidFill>
                <a:srgbClr val="0057C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1612900" y="15494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50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材料与需求</a:t>
            </a:r>
            <a:endParaRPr lang="zh-CN" sz="1500">
              <a:solidFill>
                <a:srgbClr val="1B2A4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1028700" y="2349500"/>
            <a:ext cx="5207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>
                <a:solidFill>
                  <a:srgbClr val="8F8F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加工区 1500×2000mm；前片 3、后片 3、袖片 8、贴袋 12</a:t>
            </a:r>
            <a:endParaRPr lang="zh-CN" sz="1200">
              <a:solidFill>
                <a:srgbClr val="8F8F8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1612900" y="33020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50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本次排料</a:t>
            </a:r>
            <a:endParaRPr lang="zh-CN" sz="1500">
              <a:solidFill>
                <a:srgbClr val="1B2A4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1028700" y="4102100"/>
            <a:ext cx="5207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>
                <a:solidFill>
                  <a:srgbClr val="8F8F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本次已排21件，未排5件（袖片4、贴袋1）。剩余需求待安排后续加工区。</a:t>
            </a:r>
          </a:p>
        </p:txBody>
      </p:sp>
      <p:sp>
        <p:nvSpPr>
          <p:cNvPr id="99" name="圆角矩形 98"/>
          <p:cNvSpPr/>
          <p:nvPr/>
        </p:nvSpPr>
        <p:spPr>
          <a:xfrm>
            <a:off x="825500" y="4838700"/>
            <a:ext cx="5588000" cy="1600200"/>
          </a:xfrm>
          <a:prstGeom prst="roundRect">
            <a:avLst>
              <a:gd name="adj" fmla="val 4376"/>
            </a:avLst>
          </a:prstGeom>
          <a:solidFill>
            <a:srgbClr val="EAF1FB"/>
          </a:solidFill>
          <a:ln>
            <a:noFill/>
          </a:ln>
        </p:spPr>
        <p:txBody>
          <a:bodyPr/>
          <a:p/>
        </p:txBody>
      </p:sp>
      <p:sp>
        <p:nvSpPr>
          <p:cNvPr id="102" name="矩形 101"/>
          <p:cNvSpPr/>
          <p:nvPr/>
        </p:nvSpPr>
        <p:spPr>
          <a:xfrm>
            <a:off x="3810000" y="5511800"/>
            <a:ext cx="2413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endParaRPr lang="zh-CN" sz="1100">
              <a:solidFill>
                <a:srgbClr val="8F8F8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3" name="矩形 102"/>
          <p:cNvSpPr/>
          <p:nvPr/>
        </p:nvSpPr>
        <p:spPr>
          <a:xfrm>
            <a:off x="1083945" y="5842000"/>
            <a:ext cx="4948555" cy="457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>
                <a:solidFill>
                  <a:srgbClr val="8F8F8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未分配面积0.52 m²，不直接计为废料。示例采用近似轮廓，未计裁片间距。</a:t>
            </a:r>
          </a:p>
        </p:txBody>
      </p:sp>
      <p:pic>
        <p:nvPicPr>
          <p:cNvPr id="104" name="图片 103"/>
          <p:cNvPicPr/>
          <p:nvPr/>
        </p:nvPicPr>
        <p:blipFill>
          <a:blip r:embed="rId2"/>
          <a:stretch>
            <a:fillRect/>
          </a:stretch>
        </p:blipFill>
        <p:spPr>
          <a:xfrm>
            <a:off x="7143750" y="1238250"/>
            <a:ext cx="3962400" cy="4953000"/>
          </a:xfrm>
          <a:prstGeom prst="rect">
            <a:avLst/>
          </a:prstGeom>
        </p:spPr>
      </p:pic>
      <p:sp>
        <p:nvSpPr>
          <p:cNvPr id="2" name="圆角矩形 1"/>
          <p:cNvSpPr/>
          <p:nvPr/>
        </p:nvSpPr>
        <p:spPr>
          <a:xfrm>
            <a:off x="1016635" y="4965065"/>
            <a:ext cx="431800" cy="431800"/>
          </a:xfrm>
          <a:prstGeom prst="roundRect">
            <a:avLst>
              <a:gd name="adj" fmla="val 4376"/>
            </a:avLst>
          </a:prstGeom>
          <a:solidFill>
            <a:srgbClr val="D6E4F9"/>
          </a:solidFill>
          <a:ln>
            <a:noFill/>
          </a:ln>
        </p:spPr>
        <p:txBody>
          <a:bodyPr anchor="ctr" anchorCtr="0"/>
          <a:p>
            <a:pPr algn="ctr"/>
            <a:r>
              <a:rPr lang="en-US" altLang="zh-CN" sz="1400" b="1">
                <a:solidFill>
                  <a:srgbClr val="0057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en-US" altLang="zh-CN" sz="1400" b="1">
              <a:solidFill>
                <a:srgbClr val="0057C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1600835" y="5422265"/>
            <a:ext cx="1460500" cy="254000"/>
          </a:xfrm>
          <a:prstGeom prst="roundRect">
            <a:avLst>
              <a:gd name="adj" fmla="val 4376"/>
            </a:avLst>
          </a:prstGeom>
          <a:solidFill>
            <a:srgbClr val="D6E4F9"/>
          </a:solidFill>
          <a:ln>
            <a:noFill/>
          </a:ln>
        </p:spPr>
        <p:txBody>
          <a:bodyPr/>
          <a:p>
            <a:r>
              <a:rPr lang="zh-CN" sz="1100" b="1">
                <a:solidFill>
                  <a:srgbClr val="0057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面积占比82.7%</a:t>
            </a:r>
          </a:p>
        </p:txBody>
      </p:sp>
      <p:sp>
        <p:nvSpPr>
          <p:cNvPr id="5" name="矩形 4"/>
          <p:cNvSpPr/>
          <p:nvPr/>
        </p:nvSpPr>
        <p:spPr>
          <a:xfrm>
            <a:off x="1600835" y="4977765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50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裁片分析</a:t>
            </a:r>
            <a:endParaRPr lang="zh-CN" sz="1500">
              <a:solidFill>
                <a:srgbClr val="1B2A4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sym typeface="+mn-ea"/>
              </a:rPr>
              <a:t>场景④：小批量异形排料——上衣裁片组合</a:t>
            </a:r>
          </a:p>
        </p:txBody>
      </p:sp>
      <p:sp>
        <p:nvSpPr>
          <p:cNvPr id="70" name="圆角矩形 69"/>
          <p:cNvSpPr/>
          <p:nvPr/>
        </p:nvSpPr>
        <p:spPr>
          <a:xfrm>
            <a:off x="825500" y="1333500"/>
            <a:ext cx="5588000" cy="1600200"/>
          </a:xfrm>
          <a:prstGeom prst="roundRect">
            <a:avLst>
              <a:gd name="adj" fmla="val 4376"/>
            </a:avLst>
          </a:prstGeom>
          <a:solidFill>
            <a:srgbClr val="EAF1FB"/>
          </a:solidFill>
          <a:ln>
            <a:noFill/>
          </a:ln>
        </p:spPr>
        <p:txBody>
          <a:bodyPr/>
          <a:p/>
        </p:txBody>
      </p:sp>
      <p:sp>
        <p:nvSpPr>
          <p:cNvPr id="71" name="圆角矩形 70"/>
          <p:cNvSpPr/>
          <p:nvPr/>
        </p:nvSpPr>
        <p:spPr>
          <a:xfrm>
            <a:off x="825500" y="3086100"/>
            <a:ext cx="5588000" cy="1600200"/>
          </a:xfrm>
          <a:prstGeom prst="roundRect">
            <a:avLst>
              <a:gd name="adj" fmla="val 4376"/>
            </a:avLst>
          </a:prstGeom>
          <a:solidFill>
            <a:srgbClr val="EAF1FB"/>
          </a:solidFill>
          <a:ln>
            <a:noFill/>
          </a:ln>
        </p:spPr>
        <p:txBody>
          <a:bodyPr/>
          <a:p/>
        </p:txBody>
      </p:sp>
      <p:sp>
        <p:nvSpPr>
          <p:cNvPr id="72" name="圆角矩形 71"/>
          <p:cNvSpPr/>
          <p:nvPr/>
        </p:nvSpPr>
        <p:spPr>
          <a:xfrm>
            <a:off x="825500" y="4838700"/>
            <a:ext cx="5588000" cy="1600200"/>
          </a:xfrm>
          <a:prstGeom prst="roundRect">
            <a:avLst>
              <a:gd name="adj" fmla="val 4376"/>
            </a:avLst>
          </a:prstGeom>
          <a:solidFill>
            <a:srgbClr val="EAF1FB"/>
          </a:solidFill>
          <a:ln>
            <a:noFill/>
          </a:ln>
        </p:spPr>
        <p:txBody>
          <a:bodyPr/>
          <a:p/>
        </p:txBody>
      </p:sp>
      <p:sp>
        <p:nvSpPr>
          <p:cNvPr id="73" name="圆角矩形 72"/>
          <p:cNvSpPr/>
          <p:nvPr/>
        </p:nvSpPr>
        <p:spPr>
          <a:xfrm>
            <a:off x="1028700" y="1536700"/>
            <a:ext cx="431800" cy="431800"/>
          </a:xfrm>
          <a:prstGeom prst="roundRect">
            <a:avLst>
              <a:gd name="adj" fmla="val 4376"/>
            </a:avLst>
          </a:prstGeom>
          <a:solidFill>
            <a:srgbClr val="D6E4F9"/>
          </a:solidFill>
          <a:ln>
            <a:noFill/>
          </a:ln>
        </p:spPr>
        <p:txBody>
          <a:bodyPr/>
          <a:p>
            <a:r>
              <a:rPr lang="zh-CN" sz="1400" b="1">
                <a:solidFill>
                  <a:srgbClr val="0057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sz="1400" b="1">
              <a:solidFill>
                <a:srgbClr val="0057C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圆角矩形 73"/>
          <p:cNvSpPr/>
          <p:nvPr/>
        </p:nvSpPr>
        <p:spPr>
          <a:xfrm>
            <a:off x="1028700" y="3289300"/>
            <a:ext cx="431800" cy="431800"/>
          </a:xfrm>
          <a:prstGeom prst="roundRect">
            <a:avLst>
              <a:gd name="adj" fmla="val 4376"/>
            </a:avLst>
          </a:prstGeom>
          <a:solidFill>
            <a:srgbClr val="D6E4F9"/>
          </a:solidFill>
          <a:ln>
            <a:noFill/>
          </a:ln>
        </p:spPr>
        <p:txBody>
          <a:bodyPr/>
          <a:p>
            <a:r>
              <a:rPr lang="zh-CN" sz="1400" b="1">
                <a:solidFill>
                  <a:srgbClr val="0057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sz="1400" b="1">
              <a:solidFill>
                <a:srgbClr val="0057C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圆角矩形 74"/>
          <p:cNvSpPr/>
          <p:nvPr/>
        </p:nvSpPr>
        <p:spPr>
          <a:xfrm>
            <a:off x="1028700" y="5041900"/>
            <a:ext cx="431800" cy="431800"/>
          </a:xfrm>
          <a:prstGeom prst="roundRect">
            <a:avLst>
              <a:gd name="adj" fmla="val 4376"/>
            </a:avLst>
          </a:prstGeom>
          <a:solidFill>
            <a:srgbClr val="D6E4F9"/>
          </a:solidFill>
          <a:ln>
            <a:noFill/>
          </a:ln>
        </p:spPr>
        <p:txBody>
          <a:bodyPr/>
          <a:p>
            <a:r>
              <a:rPr lang="zh-CN" sz="1400" b="1">
                <a:solidFill>
                  <a:srgbClr val="0057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sz="1400" b="1">
              <a:solidFill>
                <a:srgbClr val="0057C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圆角矩形 75"/>
          <p:cNvSpPr/>
          <p:nvPr/>
        </p:nvSpPr>
        <p:spPr>
          <a:xfrm>
            <a:off x="1612900" y="1993900"/>
            <a:ext cx="1130300" cy="254000"/>
          </a:xfrm>
          <a:prstGeom prst="roundRect">
            <a:avLst>
              <a:gd name="adj" fmla="val 4376"/>
            </a:avLst>
          </a:prstGeom>
          <a:solidFill>
            <a:srgbClr val="D6E4F9"/>
          </a:solidFill>
          <a:ln>
            <a:noFill/>
          </a:ln>
        </p:spPr>
        <p:txBody>
          <a:bodyPr/>
          <a:p>
            <a:r>
              <a:rPr lang="zh-CN" sz="1100" b="1">
                <a:solidFill>
                  <a:srgbClr val="0057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多规格裁片</a:t>
            </a:r>
            <a:endParaRPr lang="zh-CN" sz="1100" b="1">
              <a:solidFill>
                <a:srgbClr val="0057C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1612900" y="3746500"/>
            <a:ext cx="965200" cy="254000"/>
          </a:xfrm>
          <a:prstGeom prst="roundRect">
            <a:avLst>
              <a:gd name="adj" fmla="val 4376"/>
            </a:avLst>
          </a:prstGeom>
          <a:solidFill>
            <a:srgbClr val="D6E4F9"/>
          </a:solidFill>
          <a:ln>
            <a:noFill/>
          </a:ln>
        </p:spPr>
        <p:txBody>
          <a:bodyPr/>
          <a:p>
            <a:r>
              <a:rPr lang="zh-CN" sz="1100" b="1">
                <a:solidFill>
                  <a:srgbClr val="0057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一键排料</a:t>
            </a:r>
            <a:endParaRPr lang="zh-CN" sz="1100" b="1">
              <a:solidFill>
                <a:srgbClr val="0057C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圆角矩形 77"/>
          <p:cNvSpPr/>
          <p:nvPr/>
        </p:nvSpPr>
        <p:spPr>
          <a:xfrm>
            <a:off x="1612900" y="5499100"/>
            <a:ext cx="965200" cy="254000"/>
          </a:xfrm>
          <a:prstGeom prst="roundRect">
            <a:avLst>
              <a:gd name="adj" fmla="val 4376"/>
            </a:avLst>
          </a:prstGeom>
          <a:solidFill>
            <a:srgbClr val="D6E4F9"/>
          </a:solidFill>
          <a:ln>
            <a:noFill/>
          </a:ln>
        </p:spPr>
        <p:txBody>
          <a:bodyPr/>
          <a:p>
            <a:r>
              <a:rPr lang="zh-CN" sz="1100" b="1">
                <a:solidFill>
                  <a:srgbClr val="0057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工艺确认</a:t>
            </a:r>
            <a:endParaRPr lang="zh-CN" sz="1100" b="1">
              <a:solidFill>
                <a:srgbClr val="0057C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1612900" y="15494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50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裁片需求</a:t>
            </a:r>
            <a:endParaRPr lang="zh-CN" sz="1500">
              <a:solidFill>
                <a:srgbClr val="1B2A4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1028700" y="2349500"/>
            <a:ext cx="5207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>
                <a:solidFill>
                  <a:srgbClr val="8F8F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前片1件、后片1件、袖片2件。禁止旋转，按输入的裁片轮廓排料。</a:t>
            </a:r>
          </a:p>
        </p:txBody>
      </p:sp>
      <p:sp>
        <p:nvSpPr>
          <p:cNvPr id="81" name="矩形 80"/>
          <p:cNvSpPr/>
          <p:nvPr/>
        </p:nvSpPr>
        <p:spPr>
          <a:xfrm>
            <a:off x="1612900" y="33020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50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排料结果</a:t>
            </a:r>
            <a:endParaRPr lang="zh-CN" sz="1500">
              <a:solidFill>
                <a:srgbClr val="1B2A4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1028700" y="4102100"/>
            <a:ext cx="5207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>
                <a:solidFill>
                  <a:srgbClr val="8F8F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4件全部排入1500×1600 mm加工区。裁片面积占比33.3%，其余区域尚未安排。</a:t>
            </a:r>
          </a:p>
        </p:txBody>
      </p:sp>
      <p:sp>
        <p:nvSpPr>
          <p:cNvPr id="83" name="矩形 82"/>
          <p:cNvSpPr/>
          <p:nvPr/>
        </p:nvSpPr>
        <p:spPr>
          <a:xfrm>
            <a:off x="1612900" y="50546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50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现场核对</a:t>
            </a:r>
            <a:endParaRPr lang="zh-CN" sz="1500">
              <a:solidFill>
                <a:srgbClr val="1B2A4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1028700" y="5854700"/>
            <a:ext cx="5207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>
                <a:solidFill>
                  <a:srgbClr val="8F8F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丝缕方向、裁剪尺寸、缝份与面料正反面，按服装工艺逐项确认</a:t>
            </a:r>
            <a:endParaRPr lang="zh-CN" sz="1200">
              <a:solidFill>
                <a:srgbClr val="8F8F8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5" name="图片 84"/>
          <p:cNvPicPr/>
          <p:nvPr/>
        </p:nvPicPr>
        <p:blipFill>
          <a:blip r:embed="rId2"/>
          <a:stretch>
            <a:fillRect/>
          </a:stretch>
        </p:blipFill>
        <p:spPr>
          <a:xfrm>
            <a:off x="7124700" y="1295400"/>
            <a:ext cx="4000500" cy="5000625"/>
          </a:xfrm>
          <a:prstGeom prst="rect">
            <a:avLst/>
          </a:prstGeom>
        </p:spPr>
      </p:pic>
      <p:sp>
        <p:nvSpPr>
          <p:cNvPr id="86" name="矩形 85"/>
          <p:cNvSpPr/>
          <p:nvPr/>
        </p:nvSpPr>
        <p:spPr>
          <a:xfrm>
            <a:off x="6921500" y="6045200"/>
            <a:ext cx="3912235" cy="50419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algn="ctr"/>
            <a:r>
              <a:rPr lang="zh-CN" sz="1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示例采用折线近似轮廓。</a:t>
            </a:r>
          </a:p>
          <a:p>
            <a:pPr algn="ctr"/>
            <a:r>
              <a:rPr lang="zh-CN" sz="1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正式纸样与设备工艺需确认。</a:t>
            </a:r>
          </a:p>
        </p:txBody>
      </p:sp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sym typeface="+mn-ea"/>
              </a:rPr>
              <a:t>场景⑤：异形边界与疵点规避</a:t>
            </a:r>
          </a:p>
        </p:txBody>
      </p:sp>
      <p:sp>
        <p:nvSpPr>
          <p:cNvPr id="127" name="圆角矩形 126"/>
          <p:cNvSpPr/>
          <p:nvPr/>
        </p:nvSpPr>
        <p:spPr>
          <a:xfrm>
            <a:off x="825500" y="1333500"/>
            <a:ext cx="5588000" cy="1600200"/>
          </a:xfrm>
          <a:prstGeom prst="roundRect">
            <a:avLst>
              <a:gd name="adj" fmla="val 4376"/>
            </a:avLst>
          </a:prstGeom>
          <a:solidFill>
            <a:srgbClr val="EAF1FB"/>
          </a:solidFill>
          <a:ln>
            <a:noFill/>
          </a:ln>
        </p:spPr>
        <p:txBody>
          <a:bodyPr/>
          <a:p/>
        </p:txBody>
      </p:sp>
      <p:sp>
        <p:nvSpPr>
          <p:cNvPr id="128" name="圆角矩形 127"/>
          <p:cNvSpPr/>
          <p:nvPr/>
        </p:nvSpPr>
        <p:spPr>
          <a:xfrm>
            <a:off x="825500" y="3086100"/>
            <a:ext cx="5588000" cy="1600200"/>
          </a:xfrm>
          <a:prstGeom prst="roundRect">
            <a:avLst>
              <a:gd name="adj" fmla="val 4376"/>
            </a:avLst>
          </a:prstGeom>
          <a:solidFill>
            <a:srgbClr val="EAF1FB"/>
          </a:solidFill>
          <a:ln>
            <a:noFill/>
          </a:ln>
        </p:spPr>
        <p:txBody>
          <a:bodyPr/>
          <a:p/>
        </p:txBody>
      </p:sp>
      <p:sp>
        <p:nvSpPr>
          <p:cNvPr id="129" name="圆角矩形 128"/>
          <p:cNvSpPr/>
          <p:nvPr/>
        </p:nvSpPr>
        <p:spPr>
          <a:xfrm>
            <a:off x="825500" y="4838700"/>
            <a:ext cx="5588000" cy="1600200"/>
          </a:xfrm>
          <a:prstGeom prst="roundRect">
            <a:avLst>
              <a:gd name="adj" fmla="val 4376"/>
            </a:avLst>
          </a:prstGeom>
          <a:solidFill>
            <a:srgbClr val="EAF1FB"/>
          </a:solidFill>
          <a:ln>
            <a:noFill/>
          </a:ln>
        </p:spPr>
        <p:txBody>
          <a:bodyPr/>
          <a:p/>
        </p:txBody>
      </p:sp>
      <p:sp>
        <p:nvSpPr>
          <p:cNvPr id="130" name="圆角矩形 129"/>
          <p:cNvSpPr/>
          <p:nvPr/>
        </p:nvSpPr>
        <p:spPr>
          <a:xfrm>
            <a:off x="1028700" y="1536700"/>
            <a:ext cx="431800" cy="431800"/>
          </a:xfrm>
          <a:prstGeom prst="roundRect">
            <a:avLst>
              <a:gd name="adj" fmla="val 4376"/>
            </a:avLst>
          </a:prstGeom>
          <a:solidFill>
            <a:srgbClr val="D6E4F9"/>
          </a:solidFill>
          <a:ln>
            <a:noFill/>
          </a:ln>
        </p:spPr>
        <p:txBody>
          <a:bodyPr/>
          <a:p>
            <a:r>
              <a:rPr lang="zh-CN" sz="1400" b="1">
                <a:solidFill>
                  <a:srgbClr val="0057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sz="1400" b="1">
              <a:solidFill>
                <a:srgbClr val="0057C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1" name="圆角矩形 130"/>
          <p:cNvSpPr/>
          <p:nvPr/>
        </p:nvSpPr>
        <p:spPr>
          <a:xfrm>
            <a:off x="1028700" y="3289300"/>
            <a:ext cx="431800" cy="431800"/>
          </a:xfrm>
          <a:prstGeom prst="roundRect">
            <a:avLst>
              <a:gd name="adj" fmla="val 4376"/>
            </a:avLst>
          </a:prstGeom>
          <a:solidFill>
            <a:srgbClr val="D6E4F9"/>
          </a:solidFill>
          <a:ln>
            <a:noFill/>
          </a:ln>
        </p:spPr>
        <p:txBody>
          <a:bodyPr/>
          <a:p>
            <a:r>
              <a:rPr lang="zh-CN" sz="1400" b="1">
                <a:solidFill>
                  <a:srgbClr val="0057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sz="1400" b="1">
              <a:solidFill>
                <a:srgbClr val="0057C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2" name="圆角矩形 131"/>
          <p:cNvSpPr/>
          <p:nvPr/>
        </p:nvSpPr>
        <p:spPr>
          <a:xfrm>
            <a:off x="1028700" y="5041900"/>
            <a:ext cx="431800" cy="431800"/>
          </a:xfrm>
          <a:prstGeom prst="roundRect">
            <a:avLst>
              <a:gd name="adj" fmla="val 4376"/>
            </a:avLst>
          </a:prstGeom>
          <a:solidFill>
            <a:srgbClr val="D6E4F9"/>
          </a:solidFill>
          <a:ln>
            <a:noFill/>
          </a:ln>
        </p:spPr>
        <p:txBody>
          <a:bodyPr/>
          <a:p>
            <a:r>
              <a:rPr lang="zh-CN" sz="1400" b="1">
                <a:solidFill>
                  <a:srgbClr val="0057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sz="1400" b="1">
              <a:solidFill>
                <a:srgbClr val="0057C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" name="圆角矩形 132"/>
          <p:cNvSpPr/>
          <p:nvPr/>
        </p:nvSpPr>
        <p:spPr>
          <a:xfrm>
            <a:off x="1612900" y="1993900"/>
            <a:ext cx="965200" cy="254000"/>
          </a:xfrm>
          <a:prstGeom prst="roundRect">
            <a:avLst>
              <a:gd name="adj" fmla="val 4376"/>
            </a:avLst>
          </a:prstGeom>
          <a:solidFill>
            <a:srgbClr val="D6E4F9"/>
          </a:solidFill>
          <a:ln>
            <a:noFill/>
          </a:ln>
        </p:spPr>
        <p:txBody>
          <a:bodyPr/>
          <a:p>
            <a:r>
              <a:rPr lang="zh-CN" sz="1100" b="1">
                <a:solidFill>
                  <a:srgbClr val="0057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凹形轮廓</a:t>
            </a:r>
            <a:endParaRPr lang="zh-CN" sz="1100" b="1">
              <a:solidFill>
                <a:srgbClr val="0057C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4" name="圆角矩形 133"/>
          <p:cNvSpPr/>
          <p:nvPr/>
        </p:nvSpPr>
        <p:spPr>
          <a:xfrm>
            <a:off x="1612900" y="3746500"/>
            <a:ext cx="800100" cy="254000"/>
          </a:xfrm>
          <a:prstGeom prst="roundRect">
            <a:avLst>
              <a:gd name="adj" fmla="val 4376"/>
            </a:avLst>
          </a:prstGeom>
          <a:solidFill>
            <a:srgbClr val="D6E4F9"/>
          </a:solidFill>
          <a:ln>
            <a:noFill/>
          </a:ln>
        </p:spPr>
        <p:txBody>
          <a:bodyPr/>
          <a:p>
            <a:r>
              <a:rPr lang="zh-CN" sz="1100" b="1">
                <a:solidFill>
                  <a:srgbClr val="0057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禁放区</a:t>
            </a:r>
            <a:endParaRPr lang="zh-CN" sz="1100" b="1">
              <a:solidFill>
                <a:srgbClr val="0057C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5" name="圆角矩形 134"/>
          <p:cNvSpPr/>
          <p:nvPr/>
        </p:nvSpPr>
        <p:spPr>
          <a:xfrm>
            <a:off x="1612900" y="5499100"/>
            <a:ext cx="965200" cy="254000"/>
          </a:xfrm>
          <a:prstGeom prst="roundRect">
            <a:avLst>
              <a:gd name="adj" fmla="val 4376"/>
            </a:avLst>
          </a:prstGeom>
          <a:solidFill>
            <a:srgbClr val="D6E4F9"/>
          </a:solidFill>
          <a:ln>
            <a:noFill/>
          </a:ln>
        </p:spPr>
        <p:txBody>
          <a:bodyPr/>
          <a:p>
            <a:r>
              <a:rPr lang="zh-CN" sz="1100" b="1">
                <a:solidFill>
                  <a:srgbClr val="0057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安全边距</a:t>
            </a:r>
            <a:endParaRPr lang="zh-CN" sz="1100" b="1">
              <a:solidFill>
                <a:srgbClr val="0057C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6" name="矩形 135"/>
          <p:cNvSpPr/>
          <p:nvPr/>
        </p:nvSpPr>
        <p:spPr>
          <a:xfrm>
            <a:off x="1612900" y="15494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50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真实可用边界</a:t>
            </a:r>
            <a:endParaRPr lang="zh-CN" sz="1500">
              <a:solidFill>
                <a:srgbClr val="1B2A4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7" name="矩形 136"/>
          <p:cNvSpPr/>
          <p:nvPr/>
        </p:nvSpPr>
        <p:spPr>
          <a:xfrm>
            <a:off x="1028700" y="2349500"/>
            <a:ext cx="5207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>
                <a:solidFill>
                  <a:srgbClr val="8F8F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整块材料可以是凹形轮廓，缺角部分不计为可用材料</a:t>
            </a:r>
            <a:endParaRPr lang="zh-CN" sz="1200">
              <a:solidFill>
                <a:srgbClr val="8F8F8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8" name="矩形 137"/>
          <p:cNvSpPr/>
          <p:nvPr/>
        </p:nvSpPr>
        <p:spPr>
          <a:xfrm>
            <a:off x="1612900" y="33020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50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局部避让</a:t>
            </a:r>
            <a:endParaRPr lang="zh-CN" sz="1500">
              <a:solidFill>
                <a:srgbClr val="1B2A4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9" name="矩形 138"/>
          <p:cNvSpPr/>
          <p:nvPr/>
        </p:nvSpPr>
        <p:spPr>
          <a:xfrm>
            <a:off x="1028700" y="4102100"/>
            <a:ext cx="5207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>
                <a:solidFill>
                  <a:srgbClr val="8F8F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将已确认的疵点设为禁放区，保留周边可用部分继续排料</a:t>
            </a:r>
            <a:endParaRPr lang="zh-CN" sz="1200">
              <a:solidFill>
                <a:srgbClr val="8F8F8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0" name="矩形 139"/>
          <p:cNvSpPr/>
          <p:nvPr/>
        </p:nvSpPr>
        <p:spPr>
          <a:xfrm>
            <a:off x="1612900" y="50546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50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保护范围</a:t>
            </a:r>
            <a:endParaRPr lang="zh-CN" sz="1500">
              <a:solidFill>
                <a:srgbClr val="1B2A4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1" name="矩形 140"/>
          <p:cNvSpPr/>
          <p:nvPr/>
        </p:nvSpPr>
        <p:spPr>
          <a:xfrm>
            <a:off x="1028700" y="5854700"/>
            <a:ext cx="5207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>
                <a:solidFill>
                  <a:srgbClr val="8F8F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矩形疵点可增加保护距离，异形疵点提供完整保护轮廓</a:t>
            </a:r>
            <a:endParaRPr lang="zh-CN" sz="1200">
              <a:solidFill>
                <a:srgbClr val="8F8F8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2" name="图片 141"/>
          <p:cNvPicPr/>
          <p:nvPr/>
        </p:nvPicPr>
        <p:blipFill>
          <a:blip r:embed="rId2"/>
          <a:stretch>
            <a:fillRect/>
          </a:stretch>
        </p:blipFill>
        <p:spPr>
          <a:xfrm>
            <a:off x="6921500" y="1397000"/>
            <a:ext cx="4445000" cy="4343361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sym typeface="+mn-ea"/>
              </a:rPr>
              <a:t>场景⑥：</a:t>
            </a:r>
            <a:r>
              <a:rPr lang="zh-CN" altLang="en-US" dirty="0"/>
              <a:t>卷材切割与分段铺布</a:t>
            </a:r>
            <a:endParaRPr lang="zh-CN" altLang="en-US" dirty="0"/>
          </a:p>
        </p:txBody>
      </p:sp>
      <p:sp>
        <p:nvSpPr>
          <p:cNvPr id="22" name="矩形 21"/>
          <p:cNvSpPr/>
          <p:nvPr>
            <p:custDataLst>
              <p:tags r:id="rId2"/>
            </p:custDataLst>
          </p:nvPr>
        </p:nvSpPr>
        <p:spPr>
          <a:xfrm>
            <a:off x="6282055" y="4759960"/>
            <a:ext cx="1998980" cy="82042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记录实际分离长度、合格产出和需要回收的材料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3" name="矩形 22"/>
          <p:cNvSpPr/>
          <p:nvPr>
            <p:custDataLst>
              <p:tags r:id="rId3"/>
            </p:custDataLst>
          </p:nvPr>
        </p:nvSpPr>
        <p:spPr>
          <a:xfrm>
            <a:off x="8634095" y="4759960"/>
            <a:ext cx="2038985" cy="82042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推进或重新铺布后复核基准，再安排下一加工区</a:t>
            </a:r>
            <a:endParaRPr lang="zh-CN" alt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7" name="矩形 26"/>
          <p:cNvSpPr/>
          <p:nvPr>
            <p:custDataLst>
              <p:tags r:id="rId4"/>
            </p:custDataLst>
          </p:nvPr>
        </p:nvSpPr>
        <p:spPr>
          <a:xfrm>
            <a:off x="1734820" y="4759960"/>
            <a:ext cx="1817370" cy="82042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核对门幅、铺布长度、布头位置与疵点范围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8" name="矩形 27"/>
          <p:cNvSpPr/>
          <p:nvPr>
            <p:custDataLst>
              <p:tags r:id="rId5"/>
            </p:custDataLst>
          </p:nvPr>
        </p:nvSpPr>
        <p:spPr>
          <a:xfrm>
            <a:off x="3963035" y="4759960"/>
            <a:ext cx="2058670" cy="82042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按剩余需求排料，保留未排数量与已经完成的结果</a:t>
            </a:r>
            <a:endParaRPr lang="zh-CN" alt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0" name="椭圆 9"/>
          <p:cNvSpPr/>
          <p:nvPr>
            <p:custDataLst>
              <p:tags r:id="rId6"/>
            </p:custDataLst>
          </p:nvPr>
        </p:nvSpPr>
        <p:spPr>
          <a:xfrm>
            <a:off x="6331903" y="2380933"/>
            <a:ext cx="1830705" cy="1830705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+mn-ea"/>
            </a:endParaRPr>
          </a:p>
        </p:txBody>
      </p:sp>
      <p:sp>
        <p:nvSpPr>
          <p:cNvPr id="2" name="椭圆 1"/>
          <p:cNvSpPr/>
          <p:nvPr>
            <p:custDataLst>
              <p:tags r:id="rId7"/>
            </p:custDataLst>
          </p:nvPr>
        </p:nvSpPr>
        <p:spPr>
          <a:xfrm>
            <a:off x="6425883" y="2475548"/>
            <a:ext cx="1642110" cy="164211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innerShdw blurRad="152400">
              <a:schemeClr val="accent1">
                <a:lumMod val="20000"/>
                <a:lumOff val="80000"/>
                <a:alpha val="6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36525" tIns="575945" rIns="136525" bIns="0" numCol="1" spcCol="0" rtlCol="0" fromWordArt="0" anchor="t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600" b="1">
                <a:solidFill>
                  <a:srgbClr val="FFFFFF"/>
                </a:solidFill>
                <a:latin typeface="+mn-ea"/>
                <a:cs typeface="+mj-ea"/>
                <a:sym typeface="+mn-ea"/>
              </a:rPr>
              <a:t>确认实际裁切</a:t>
            </a:r>
            <a:endParaRPr lang="zh-CN" altLang="en-US" sz="1600" b="1">
              <a:solidFill>
                <a:srgbClr val="FFFFFF"/>
              </a:solidFill>
              <a:latin typeface="+mn-ea"/>
              <a:cs typeface="+mj-ea"/>
              <a:sym typeface="+mn-ea"/>
            </a:endParaRPr>
          </a:p>
        </p:txBody>
      </p:sp>
      <p:sp>
        <p:nvSpPr>
          <p:cNvPr id="4" name="椭圆 3"/>
          <p:cNvSpPr/>
          <p:nvPr>
            <p:custDataLst>
              <p:tags r:id="rId8"/>
            </p:custDataLst>
          </p:nvPr>
        </p:nvSpPr>
        <p:spPr>
          <a:xfrm>
            <a:off x="6511608" y="2560638"/>
            <a:ext cx="1471295" cy="1471295"/>
          </a:xfrm>
          <a:prstGeom prst="ellipse">
            <a:avLst/>
          </a:prstGeom>
          <a:noFill/>
          <a:ln w="12700">
            <a:gradFill>
              <a:gsLst>
                <a:gs pos="0">
                  <a:srgbClr val="FFFFFF">
                    <a:alpha val="45000"/>
                  </a:srgbClr>
                </a:gs>
                <a:gs pos="100000">
                  <a:srgbClr val="FFFFFF">
                    <a:alpha val="45000"/>
                  </a:srgbClr>
                </a:gs>
                <a:gs pos="75000">
                  <a:srgbClr val="FFFFFF">
                    <a:alpha val="0"/>
                  </a:srgbClr>
                </a:gs>
                <a:gs pos="25000">
                  <a:srgbClr val="FFFFFF">
                    <a:alpha val="0"/>
                  </a:srgbClr>
                </a:gs>
              </a:gsLst>
              <a:lin ang="5400000" scaled="1"/>
            </a:gradFill>
          </a:ln>
          <a:effectLst>
            <a:outerShdw dist="12700" dir="5400000" algn="t" rotWithShape="0">
              <a:schemeClr val="accent1">
                <a:lumMod val="7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p>
            <a:pPr lvl="0" algn="ctr">
              <a:buClrTx/>
              <a:buSzTx/>
              <a:buFontTx/>
            </a:pPr>
            <a:endParaRPr lang="zh-CN" altLang="en-US" sz="1600" b="1">
              <a:solidFill>
                <a:schemeClr val="lt1"/>
              </a:solidFill>
              <a:latin typeface="+mn-ea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3" name="弧形 12"/>
          <p:cNvSpPr/>
          <p:nvPr>
            <p:custDataLst>
              <p:tags r:id="rId9"/>
            </p:custDataLst>
          </p:nvPr>
        </p:nvSpPr>
        <p:spPr>
          <a:xfrm flipV="1">
            <a:off x="6082983" y="2135188"/>
            <a:ext cx="2327910" cy="2327910"/>
          </a:xfrm>
          <a:prstGeom prst="arc">
            <a:avLst>
              <a:gd name="adj1" fmla="val 1352946"/>
              <a:gd name="adj2" fmla="val 10848491"/>
            </a:avLst>
          </a:prstGeom>
          <a:ln w="44450" cap="rnd">
            <a:solidFill>
              <a:schemeClr val="accent1">
                <a:alpha val="50000"/>
              </a:schemeClr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椭圆 4"/>
          <p:cNvSpPr/>
          <p:nvPr>
            <p:custDataLst>
              <p:tags r:id="rId10"/>
            </p:custDataLst>
          </p:nvPr>
        </p:nvSpPr>
        <p:spPr>
          <a:xfrm>
            <a:off x="8633778" y="2380933"/>
            <a:ext cx="1830705" cy="1830705"/>
          </a:xfrm>
          <a:prstGeom prst="ellipse">
            <a:avLst/>
          </a:prstGeom>
          <a:solidFill>
            <a:schemeClr val="accent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+mn-ea"/>
            </a:endParaRPr>
          </a:p>
        </p:txBody>
      </p:sp>
      <p:sp>
        <p:nvSpPr>
          <p:cNvPr id="24" name="椭圆 23"/>
          <p:cNvSpPr/>
          <p:nvPr>
            <p:custDataLst>
              <p:tags r:id="rId11"/>
            </p:custDataLst>
          </p:nvPr>
        </p:nvSpPr>
        <p:spPr>
          <a:xfrm>
            <a:off x="8727758" y="2475548"/>
            <a:ext cx="1642110" cy="164211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innerShdw blurRad="152400">
              <a:schemeClr val="accent2">
                <a:lumMod val="20000"/>
                <a:lumOff val="80000"/>
                <a:alpha val="6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36525" tIns="575945" rIns="136525" bIns="0" numCol="1" spcCol="0" rtlCol="0" fromWordArt="0" anchor="t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600" b="1">
                <a:solidFill>
                  <a:srgbClr val="FFFFFF"/>
                </a:solidFill>
                <a:latin typeface="+mn-ea"/>
                <a:cs typeface="+mj-ea"/>
                <a:sym typeface="+mn-ea"/>
              </a:rPr>
              <a:t>继续后续作业</a:t>
            </a:r>
            <a:endParaRPr lang="zh-CN" altLang="en-US" sz="1600" b="1">
              <a:solidFill>
                <a:srgbClr val="FFFFFF"/>
              </a:solidFill>
              <a:latin typeface="+mn-ea"/>
              <a:cs typeface="+mj-ea"/>
              <a:sym typeface="+mn-ea"/>
            </a:endParaRPr>
          </a:p>
        </p:txBody>
      </p:sp>
      <p:sp>
        <p:nvSpPr>
          <p:cNvPr id="16" name="椭圆 15"/>
          <p:cNvSpPr/>
          <p:nvPr>
            <p:custDataLst>
              <p:tags r:id="rId12"/>
            </p:custDataLst>
          </p:nvPr>
        </p:nvSpPr>
        <p:spPr>
          <a:xfrm>
            <a:off x="8813483" y="2560638"/>
            <a:ext cx="1471295" cy="1471295"/>
          </a:xfrm>
          <a:prstGeom prst="ellipse">
            <a:avLst/>
          </a:prstGeom>
          <a:noFill/>
          <a:ln w="12700">
            <a:gradFill>
              <a:gsLst>
                <a:gs pos="0">
                  <a:srgbClr val="FFFFFF">
                    <a:alpha val="45000"/>
                  </a:srgbClr>
                </a:gs>
                <a:gs pos="100000">
                  <a:srgbClr val="FFFFFF">
                    <a:alpha val="45000"/>
                  </a:srgbClr>
                </a:gs>
                <a:gs pos="75000">
                  <a:srgbClr val="FFFFFF">
                    <a:alpha val="0"/>
                  </a:srgbClr>
                </a:gs>
                <a:gs pos="25000">
                  <a:srgbClr val="FFFFFF">
                    <a:alpha val="0"/>
                  </a:srgbClr>
                </a:gs>
              </a:gsLst>
              <a:lin ang="5400000" scaled="1"/>
            </a:gradFill>
          </a:ln>
          <a:effectLst>
            <a:outerShdw dist="12700" dir="5400000" algn="t" rotWithShape="0">
              <a:schemeClr val="accent2">
                <a:lumMod val="7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p>
            <a:pPr lvl="0" algn="ctr">
              <a:buClrTx/>
              <a:buSzTx/>
              <a:buFontTx/>
            </a:pPr>
            <a:endParaRPr lang="zh-CN" altLang="en-US" sz="1600" b="1">
              <a:solidFill>
                <a:schemeClr val="lt1"/>
              </a:solidFill>
              <a:latin typeface="+mn-ea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9" name="弧形 18"/>
          <p:cNvSpPr/>
          <p:nvPr>
            <p:custDataLst>
              <p:tags r:id="rId13"/>
            </p:custDataLst>
          </p:nvPr>
        </p:nvSpPr>
        <p:spPr>
          <a:xfrm flipV="1">
            <a:off x="8384858" y="2135188"/>
            <a:ext cx="2327910" cy="2327910"/>
          </a:xfrm>
          <a:prstGeom prst="arc">
            <a:avLst>
              <a:gd name="adj1" fmla="val 10822527"/>
              <a:gd name="adj2" fmla="val 20157622"/>
            </a:avLst>
          </a:prstGeom>
          <a:ln w="44450" cap="rnd">
            <a:solidFill>
              <a:schemeClr val="accent2">
                <a:alpha val="50000"/>
              </a:schemeClr>
            </a:solidFill>
            <a:headEnd type="non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椭圆 6"/>
          <p:cNvSpPr/>
          <p:nvPr>
            <p:custDataLst>
              <p:tags r:id="rId14"/>
            </p:custDataLst>
          </p:nvPr>
        </p:nvSpPr>
        <p:spPr>
          <a:xfrm>
            <a:off x="1728153" y="2380933"/>
            <a:ext cx="1830705" cy="1830705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+mn-ea"/>
            </a:endParaRPr>
          </a:p>
        </p:txBody>
      </p:sp>
      <p:sp>
        <p:nvSpPr>
          <p:cNvPr id="18" name="椭圆 17"/>
          <p:cNvSpPr/>
          <p:nvPr>
            <p:custDataLst>
              <p:tags r:id="rId15"/>
            </p:custDataLst>
          </p:nvPr>
        </p:nvSpPr>
        <p:spPr>
          <a:xfrm>
            <a:off x="1822133" y="2475548"/>
            <a:ext cx="1642110" cy="164211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innerShdw blurRad="152400">
              <a:schemeClr val="accent1">
                <a:lumMod val="20000"/>
                <a:lumOff val="80000"/>
                <a:alpha val="6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36525" tIns="575945" rIns="136525" bIns="0" numCol="1" spcCol="0" rtlCol="0" fromWordArt="0" anchor="t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600" b="1">
                <a:solidFill>
                  <a:srgbClr val="FFFFFF"/>
                </a:solidFill>
                <a:latin typeface="+mn-ea"/>
                <a:cs typeface="+mj-ea"/>
                <a:sym typeface="+mn-ea"/>
              </a:rPr>
              <a:t>确认本次加工区</a:t>
            </a:r>
            <a:endParaRPr lang="zh-CN" altLang="en-US" sz="1600" b="1">
              <a:solidFill>
                <a:srgbClr val="FFFFFF"/>
              </a:solidFill>
              <a:latin typeface="+mn-ea"/>
              <a:cs typeface="+mj-ea"/>
              <a:sym typeface="+mn-ea"/>
            </a:endParaRPr>
          </a:p>
        </p:txBody>
      </p:sp>
      <p:sp>
        <p:nvSpPr>
          <p:cNvPr id="8" name="椭圆 7"/>
          <p:cNvSpPr/>
          <p:nvPr>
            <p:custDataLst>
              <p:tags r:id="rId16"/>
            </p:custDataLst>
          </p:nvPr>
        </p:nvSpPr>
        <p:spPr>
          <a:xfrm>
            <a:off x="1907858" y="2560638"/>
            <a:ext cx="1471295" cy="1471295"/>
          </a:xfrm>
          <a:prstGeom prst="ellipse">
            <a:avLst/>
          </a:prstGeom>
          <a:noFill/>
          <a:ln w="12700">
            <a:gradFill>
              <a:gsLst>
                <a:gs pos="0">
                  <a:srgbClr val="FFFFFF">
                    <a:alpha val="45000"/>
                  </a:srgbClr>
                </a:gs>
                <a:gs pos="100000">
                  <a:srgbClr val="FFFFFF">
                    <a:alpha val="45000"/>
                  </a:srgbClr>
                </a:gs>
                <a:gs pos="75000">
                  <a:srgbClr val="FFFFFF">
                    <a:alpha val="0"/>
                  </a:srgbClr>
                </a:gs>
                <a:gs pos="25000">
                  <a:srgbClr val="FFFFFF">
                    <a:alpha val="0"/>
                  </a:srgbClr>
                </a:gs>
              </a:gsLst>
              <a:lin ang="5400000" scaled="1"/>
            </a:gradFill>
          </a:ln>
          <a:effectLst>
            <a:outerShdw dist="12700" dir="5400000" algn="t" rotWithShape="0">
              <a:schemeClr val="accent1">
                <a:lumMod val="7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p>
            <a:pPr lvl="0" algn="ctr">
              <a:buClrTx/>
              <a:buSzTx/>
              <a:buFontTx/>
            </a:pPr>
            <a:endParaRPr lang="zh-CN" altLang="en-US" sz="1600" b="1">
              <a:solidFill>
                <a:schemeClr val="lt1"/>
              </a:solidFill>
              <a:latin typeface="+mn-ea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5" name="弧形 14"/>
          <p:cNvSpPr/>
          <p:nvPr>
            <p:custDataLst>
              <p:tags r:id="rId17"/>
            </p:custDataLst>
          </p:nvPr>
        </p:nvSpPr>
        <p:spPr>
          <a:xfrm flipV="1">
            <a:off x="1479233" y="2135188"/>
            <a:ext cx="2327910" cy="2327910"/>
          </a:xfrm>
          <a:prstGeom prst="arc">
            <a:avLst>
              <a:gd name="adj1" fmla="val 1352946"/>
              <a:gd name="adj2" fmla="val 10848491"/>
            </a:avLst>
          </a:prstGeom>
          <a:ln w="44450" cap="rnd">
            <a:solidFill>
              <a:schemeClr val="accent1">
                <a:alpha val="50000"/>
              </a:schemeClr>
            </a:solidFill>
            <a:head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" name="椭圆 20"/>
          <p:cNvSpPr/>
          <p:nvPr>
            <p:custDataLst>
              <p:tags r:id="rId18"/>
            </p:custDataLst>
          </p:nvPr>
        </p:nvSpPr>
        <p:spPr>
          <a:xfrm>
            <a:off x="4030028" y="2380933"/>
            <a:ext cx="1830705" cy="1830705"/>
          </a:xfrm>
          <a:prstGeom prst="ellipse">
            <a:avLst/>
          </a:prstGeom>
          <a:solidFill>
            <a:schemeClr val="accent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+mn-ea"/>
            </a:endParaRPr>
          </a:p>
        </p:txBody>
      </p:sp>
      <p:sp>
        <p:nvSpPr>
          <p:cNvPr id="25" name="椭圆 24"/>
          <p:cNvSpPr/>
          <p:nvPr>
            <p:custDataLst>
              <p:tags r:id="rId19"/>
            </p:custDataLst>
          </p:nvPr>
        </p:nvSpPr>
        <p:spPr>
          <a:xfrm>
            <a:off x="4124008" y="2475548"/>
            <a:ext cx="1642110" cy="164211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innerShdw blurRad="152400">
              <a:schemeClr val="accent2">
                <a:lumMod val="20000"/>
                <a:lumOff val="80000"/>
                <a:alpha val="6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36525" tIns="575945" rIns="136525" bIns="0" numCol="1" spcCol="0" rtlCol="0" fromWordArt="0" anchor="t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600" b="1">
                <a:solidFill>
                  <a:srgbClr val="FFFFFF"/>
                </a:solidFill>
                <a:latin typeface="+mn-ea"/>
                <a:cs typeface="+mj-ea"/>
                <a:sym typeface="+mn-ea"/>
              </a:rPr>
              <a:t>安排本段裁片</a:t>
            </a:r>
            <a:endParaRPr lang="zh-CN" altLang="en-US" sz="1600" b="1">
              <a:solidFill>
                <a:srgbClr val="FFFFFF"/>
              </a:solidFill>
              <a:latin typeface="+mn-ea"/>
              <a:cs typeface="+mj-ea"/>
              <a:sym typeface="+mn-ea"/>
            </a:endParaRPr>
          </a:p>
        </p:txBody>
      </p:sp>
      <p:sp>
        <p:nvSpPr>
          <p:cNvPr id="26" name="椭圆 25"/>
          <p:cNvSpPr/>
          <p:nvPr>
            <p:custDataLst>
              <p:tags r:id="rId20"/>
            </p:custDataLst>
          </p:nvPr>
        </p:nvSpPr>
        <p:spPr>
          <a:xfrm>
            <a:off x="4209733" y="2560638"/>
            <a:ext cx="1471295" cy="1471295"/>
          </a:xfrm>
          <a:prstGeom prst="ellipse">
            <a:avLst/>
          </a:prstGeom>
          <a:noFill/>
          <a:ln w="12700">
            <a:gradFill>
              <a:gsLst>
                <a:gs pos="0">
                  <a:srgbClr val="FFFFFF">
                    <a:alpha val="45000"/>
                  </a:srgbClr>
                </a:gs>
                <a:gs pos="100000">
                  <a:srgbClr val="FFFFFF">
                    <a:alpha val="45000"/>
                  </a:srgbClr>
                </a:gs>
                <a:gs pos="75000">
                  <a:srgbClr val="FFFFFF">
                    <a:alpha val="0"/>
                  </a:srgbClr>
                </a:gs>
                <a:gs pos="25000">
                  <a:srgbClr val="FFFFFF">
                    <a:alpha val="0"/>
                  </a:srgbClr>
                </a:gs>
              </a:gsLst>
              <a:lin ang="5400000" scaled="1"/>
            </a:gradFill>
          </a:ln>
          <a:effectLst>
            <a:outerShdw dist="12700" dir="5400000" algn="t" rotWithShape="0">
              <a:schemeClr val="accent2">
                <a:lumMod val="7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p>
            <a:pPr lvl="0" algn="ctr">
              <a:buClrTx/>
              <a:buSzTx/>
              <a:buFontTx/>
            </a:pPr>
            <a:endParaRPr lang="zh-CN" altLang="en-US" sz="1600" b="1">
              <a:solidFill>
                <a:schemeClr val="lt1"/>
              </a:solidFill>
              <a:latin typeface="+mn-ea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9" name="弧形 28"/>
          <p:cNvSpPr/>
          <p:nvPr>
            <p:custDataLst>
              <p:tags r:id="rId21"/>
            </p:custDataLst>
          </p:nvPr>
        </p:nvSpPr>
        <p:spPr>
          <a:xfrm flipV="1">
            <a:off x="3781108" y="2135188"/>
            <a:ext cx="2327910" cy="2327910"/>
          </a:xfrm>
          <a:prstGeom prst="arc">
            <a:avLst>
              <a:gd name="adj1" fmla="val 10822527"/>
              <a:gd name="adj2" fmla="val 20157622"/>
            </a:avLst>
          </a:prstGeom>
          <a:ln w="44450" cap="rnd">
            <a:solidFill>
              <a:schemeClr val="accent2">
                <a:alpha val="50000"/>
              </a:schemeClr>
            </a:solidFill>
            <a:headEnd type="non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32" name="图片 15" descr="343439383331313b343532303033313bd3a6d3c3c9ccb3c7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506663" y="2876233"/>
            <a:ext cx="288000" cy="288000"/>
          </a:xfrm>
          <a:prstGeom prst="rect">
            <a:avLst/>
          </a:prstGeom>
        </p:spPr>
      </p:pic>
      <p:pic>
        <p:nvPicPr>
          <p:cNvPr id="36" name="图片 19" descr="343435383038363b343532323339393bd6b4d0d0d5aad2aa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812348" y="2859088"/>
            <a:ext cx="288000" cy="288000"/>
          </a:xfrm>
          <a:prstGeom prst="rect">
            <a:avLst/>
          </a:prstGeom>
        </p:spPr>
      </p:pic>
      <p:pic>
        <p:nvPicPr>
          <p:cNvPr id="37" name="图片 11" descr="343439383331313b343532303032373bbfcdbba7b5b5b0b8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7091363" y="2869883"/>
            <a:ext cx="288000" cy="288000"/>
          </a:xfrm>
          <a:prstGeom prst="rect">
            <a:avLst/>
          </a:prstGeom>
        </p:spPr>
      </p:pic>
      <p:pic>
        <p:nvPicPr>
          <p:cNvPr id="38" name="图片 12" descr="343439383331313b343532303032383bbfcdbba7b9dcc0ed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9393238" y="2864803"/>
            <a:ext cx="288000" cy="288000"/>
          </a:xfrm>
          <a:prstGeom prst="rect">
            <a:avLst/>
          </a:prstGeom>
        </p:spPr>
      </p:pic>
    </p:spTree>
    <p:custDataLst>
      <p:tags r:id="rId34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sym typeface="+mn-ea"/>
              </a:rPr>
              <a:t>场景⑦：料头</a:t>
            </a:r>
            <a:r>
              <a:rPr lang="zh-CN" altLang="en-US" dirty="0"/>
              <a:t>回收用于后续需求匹配</a:t>
            </a:r>
            <a:endParaRPr lang="zh-CN" altLang="en-US" dirty="0"/>
          </a:p>
        </p:txBody>
      </p:sp>
      <p:sp>
        <p:nvSpPr>
          <p:cNvPr id="34" name="图形 19"/>
          <p:cNvSpPr/>
          <p:nvPr>
            <p:custDataLst>
              <p:tags r:id="rId2"/>
            </p:custDataLst>
          </p:nvPr>
        </p:nvSpPr>
        <p:spPr>
          <a:xfrm>
            <a:off x="3697288" y="2639378"/>
            <a:ext cx="2197735" cy="3253105"/>
          </a:xfrm>
          <a:custGeom>
            <a:avLst/>
            <a:gdLst>
              <a:gd name="connsiteX0" fmla="*/ 1337786 w 1409605"/>
              <a:gd name="connsiteY0" fmla="*/ 223048 h 1765739"/>
              <a:gd name="connsiteX1" fmla="*/ 102775 w 1409605"/>
              <a:gd name="connsiteY1" fmla="*/ 1401 h 1765739"/>
              <a:gd name="connsiteX2" fmla="*/ 0 w 1409605"/>
              <a:gd name="connsiteY2" fmla="*/ 87316 h 1765739"/>
              <a:gd name="connsiteX3" fmla="*/ 0 w 1409605"/>
              <a:gd name="connsiteY3" fmla="*/ 1678373 h 1765739"/>
              <a:gd name="connsiteX4" fmla="*/ 103061 w 1409605"/>
              <a:gd name="connsiteY4" fmla="*/ 1764288 h 1765739"/>
              <a:gd name="connsiteX5" fmla="*/ 1338072 w 1409605"/>
              <a:gd name="connsiteY5" fmla="*/ 1537783 h 1765739"/>
              <a:gd name="connsiteX6" fmla="*/ 1409605 w 1409605"/>
              <a:gd name="connsiteY6" fmla="*/ 1451868 h 1765739"/>
              <a:gd name="connsiteX7" fmla="*/ 1409605 w 1409605"/>
              <a:gd name="connsiteY7" fmla="*/ 308963 h 1765739"/>
              <a:gd name="connsiteX8" fmla="*/ 1337786 w 1409605"/>
              <a:gd name="connsiteY8" fmla="*/ 223048 h 1765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09605" h="1765739">
                <a:moveTo>
                  <a:pt x="1337786" y="223048"/>
                </a:moveTo>
                <a:lnTo>
                  <a:pt x="102775" y="1401"/>
                </a:lnTo>
                <a:cubicBezTo>
                  <a:pt x="49244" y="-8219"/>
                  <a:pt x="0" y="32929"/>
                  <a:pt x="0" y="87316"/>
                </a:cubicBezTo>
                <a:lnTo>
                  <a:pt x="0" y="1678373"/>
                </a:lnTo>
                <a:cubicBezTo>
                  <a:pt x="0" y="1732951"/>
                  <a:pt x="49435" y="1774099"/>
                  <a:pt x="103061" y="1764288"/>
                </a:cubicBezTo>
                <a:lnTo>
                  <a:pt x="1338072" y="1537783"/>
                </a:lnTo>
                <a:cubicBezTo>
                  <a:pt x="1379506" y="1530163"/>
                  <a:pt x="1409605" y="1494064"/>
                  <a:pt x="1409605" y="1451868"/>
                </a:cubicBezTo>
                <a:lnTo>
                  <a:pt x="1409605" y="308963"/>
                </a:lnTo>
                <a:cubicBezTo>
                  <a:pt x="1409700" y="266672"/>
                  <a:pt x="1379411" y="230477"/>
                  <a:pt x="1337786" y="223048"/>
                </a:cubicBezTo>
                <a:close/>
              </a:path>
            </a:pathLst>
          </a:custGeom>
          <a:solidFill>
            <a:srgbClr val="376FFF">
              <a:lumMod val="40000"/>
              <a:lumOff val="60000"/>
              <a:alpha val="18000"/>
            </a:srgbClr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39" name="图形 19"/>
          <p:cNvSpPr/>
          <p:nvPr>
            <p:custDataLst>
              <p:tags r:id="rId3"/>
            </p:custDataLst>
          </p:nvPr>
        </p:nvSpPr>
        <p:spPr>
          <a:xfrm>
            <a:off x="6297613" y="2639378"/>
            <a:ext cx="2197735" cy="3253105"/>
          </a:xfrm>
          <a:custGeom>
            <a:avLst/>
            <a:gdLst>
              <a:gd name="connsiteX0" fmla="*/ 1337786 w 1409605"/>
              <a:gd name="connsiteY0" fmla="*/ 223048 h 1765739"/>
              <a:gd name="connsiteX1" fmla="*/ 102775 w 1409605"/>
              <a:gd name="connsiteY1" fmla="*/ 1401 h 1765739"/>
              <a:gd name="connsiteX2" fmla="*/ 0 w 1409605"/>
              <a:gd name="connsiteY2" fmla="*/ 87316 h 1765739"/>
              <a:gd name="connsiteX3" fmla="*/ 0 w 1409605"/>
              <a:gd name="connsiteY3" fmla="*/ 1678373 h 1765739"/>
              <a:gd name="connsiteX4" fmla="*/ 103061 w 1409605"/>
              <a:gd name="connsiteY4" fmla="*/ 1764288 h 1765739"/>
              <a:gd name="connsiteX5" fmla="*/ 1338072 w 1409605"/>
              <a:gd name="connsiteY5" fmla="*/ 1537783 h 1765739"/>
              <a:gd name="connsiteX6" fmla="*/ 1409605 w 1409605"/>
              <a:gd name="connsiteY6" fmla="*/ 1451868 h 1765739"/>
              <a:gd name="connsiteX7" fmla="*/ 1409605 w 1409605"/>
              <a:gd name="connsiteY7" fmla="*/ 308963 h 1765739"/>
              <a:gd name="connsiteX8" fmla="*/ 1337786 w 1409605"/>
              <a:gd name="connsiteY8" fmla="*/ 223048 h 1765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09605" h="1765739">
                <a:moveTo>
                  <a:pt x="1337786" y="223048"/>
                </a:moveTo>
                <a:lnTo>
                  <a:pt x="102775" y="1401"/>
                </a:lnTo>
                <a:cubicBezTo>
                  <a:pt x="49244" y="-8219"/>
                  <a:pt x="0" y="32929"/>
                  <a:pt x="0" y="87316"/>
                </a:cubicBezTo>
                <a:lnTo>
                  <a:pt x="0" y="1678373"/>
                </a:lnTo>
                <a:cubicBezTo>
                  <a:pt x="0" y="1732951"/>
                  <a:pt x="49435" y="1774099"/>
                  <a:pt x="103061" y="1764288"/>
                </a:cubicBezTo>
                <a:lnTo>
                  <a:pt x="1338072" y="1537783"/>
                </a:lnTo>
                <a:cubicBezTo>
                  <a:pt x="1379506" y="1530163"/>
                  <a:pt x="1409605" y="1494064"/>
                  <a:pt x="1409605" y="1451868"/>
                </a:cubicBezTo>
                <a:lnTo>
                  <a:pt x="1409605" y="308963"/>
                </a:lnTo>
                <a:cubicBezTo>
                  <a:pt x="1409700" y="266672"/>
                  <a:pt x="1379411" y="230477"/>
                  <a:pt x="1337786" y="223048"/>
                </a:cubicBezTo>
                <a:close/>
              </a:path>
            </a:pathLst>
          </a:custGeom>
          <a:solidFill>
            <a:srgbClr val="376FFF">
              <a:lumMod val="40000"/>
              <a:lumOff val="60000"/>
              <a:alpha val="18000"/>
            </a:srgbClr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1" name="图形 19"/>
          <p:cNvSpPr/>
          <p:nvPr>
            <p:custDataLst>
              <p:tags r:id="rId4"/>
            </p:custDataLst>
          </p:nvPr>
        </p:nvSpPr>
        <p:spPr>
          <a:xfrm>
            <a:off x="1096963" y="2639378"/>
            <a:ext cx="2197735" cy="3253105"/>
          </a:xfrm>
          <a:custGeom>
            <a:avLst/>
            <a:gdLst>
              <a:gd name="connsiteX0" fmla="*/ 1337786 w 1409605"/>
              <a:gd name="connsiteY0" fmla="*/ 223048 h 1765739"/>
              <a:gd name="connsiteX1" fmla="*/ 102775 w 1409605"/>
              <a:gd name="connsiteY1" fmla="*/ 1401 h 1765739"/>
              <a:gd name="connsiteX2" fmla="*/ 0 w 1409605"/>
              <a:gd name="connsiteY2" fmla="*/ 87316 h 1765739"/>
              <a:gd name="connsiteX3" fmla="*/ 0 w 1409605"/>
              <a:gd name="connsiteY3" fmla="*/ 1678373 h 1765739"/>
              <a:gd name="connsiteX4" fmla="*/ 103061 w 1409605"/>
              <a:gd name="connsiteY4" fmla="*/ 1764288 h 1765739"/>
              <a:gd name="connsiteX5" fmla="*/ 1338072 w 1409605"/>
              <a:gd name="connsiteY5" fmla="*/ 1537783 h 1765739"/>
              <a:gd name="connsiteX6" fmla="*/ 1409605 w 1409605"/>
              <a:gd name="connsiteY6" fmla="*/ 1451868 h 1765739"/>
              <a:gd name="connsiteX7" fmla="*/ 1409605 w 1409605"/>
              <a:gd name="connsiteY7" fmla="*/ 308963 h 1765739"/>
              <a:gd name="connsiteX8" fmla="*/ 1337786 w 1409605"/>
              <a:gd name="connsiteY8" fmla="*/ 223048 h 1765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09605" h="1765739">
                <a:moveTo>
                  <a:pt x="1337786" y="223048"/>
                </a:moveTo>
                <a:lnTo>
                  <a:pt x="102775" y="1401"/>
                </a:lnTo>
                <a:cubicBezTo>
                  <a:pt x="49244" y="-8219"/>
                  <a:pt x="0" y="32929"/>
                  <a:pt x="0" y="87316"/>
                </a:cubicBezTo>
                <a:lnTo>
                  <a:pt x="0" y="1678373"/>
                </a:lnTo>
                <a:cubicBezTo>
                  <a:pt x="0" y="1732951"/>
                  <a:pt x="49435" y="1774099"/>
                  <a:pt x="103061" y="1764288"/>
                </a:cubicBezTo>
                <a:lnTo>
                  <a:pt x="1338072" y="1537783"/>
                </a:lnTo>
                <a:cubicBezTo>
                  <a:pt x="1379506" y="1530163"/>
                  <a:pt x="1409605" y="1494064"/>
                  <a:pt x="1409605" y="1451868"/>
                </a:cubicBezTo>
                <a:lnTo>
                  <a:pt x="1409605" y="308963"/>
                </a:lnTo>
                <a:cubicBezTo>
                  <a:pt x="1409700" y="266672"/>
                  <a:pt x="1379411" y="230477"/>
                  <a:pt x="1337786" y="223048"/>
                </a:cubicBezTo>
                <a:close/>
              </a:path>
            </a:pathLst>
          </a:custGeom>
          <a:solidFill>
            <a:srgbClr val="376FFF">
              <a:lumMod val="40000"/>
              <a:lumOff val="60000"/>
              <a:alpha val="18000"/>
            </a:srgbClr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1410653" y="3445828"/>
            <a:ext cx="1569720" cy="3378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 dirty="0">
                <a:solidFill>
                  <a:srgbClr val="376FFF"/>
                </a:solidFill>
              </a:rPr>
              <a:t>实物确认</a:t>
            </a:r>
            <a:endParaRPr lang="zh-CN" altLang="en-US" sz="2000" b="1" dirty="0">
              <a:solidFill>
                <a:srgbClr val="376FFF"/>
              </a:solidFill>
            </a:endParaRPr>
          </a:p>
        </p:txBody>
      </p:sp>
      <p:sp>
        <p:nvSpPr>
          <p:cNvPr id="14" name="文本框 13"/>
          <p:cNvSpPr txBox="1"/>
          <p:nvPr>
            <p:custDataLst>
              <p:tags r:id="rId6"/>
            </p:custDataLst>
          </p:nvPr>
        </p:nvSpPr>
        <p:spPr>
          <a:xfrm>
            <a:off x="1410653" y="3940493"/>
            <a:ext cx="1570355" cy="124396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kern="0" spc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ea typeface="+mn-ea"/>
                <a:sym typeface="+mn-ea"/>
              </a:rPr>
              <a:t>裁切完成后分离余料，量尺、检查疵点并确认可用边界</a:t>
            </a:r>
            <a:endParaRPr lang="zh-CN" altLang="en-US" sz="1400" kern="0" spc="0" dirty="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44" name="图形 19"/>
          <p:cNvSpPr/>
          <p:nvPr>
            <p:custDataLst>
              <p:tags r:id="rId7"/>
            </p:custDataLst>
          </p:nvPr>
        </p:nvSpPr>
        <p:spPr>
          <a:xfrm>
            <a:off x="8897938" y="2639378"/>
            <a:ext cx="2197735" cy="3253105"/>
          </a:xfrm>
          <a:custGeom>
            <a:avLst/>
            <a:gdLst>
              <a:gd name="connsiteX0" fmla="*/ 1337786 w 1409605"/>
              <a:gd name="connsiteY0" fmla="*/ 223048 h 1765739"/>
              <a:gd name="connsiteX1" fmla="*/ 102775 w 1409605"/>
              <a:gd name="connsiteY1" fmla="*/ 1401 h 1765739"/>
              <a:gd name="connsiteX2" fmla="*/ 0 w 1409605"/>
              <a:gd name="connsiteY2" fmla="*/ 87316 h 1765739"/>
              <a:gd name="connsiteX3" fmla="*/ 0 w 1409605"/>
              <a:gd name="connsiteY3" fmla="*/ 1678373 h 1765739"/>
              <a:gd name="connsiteX4" fmla="*/ 103061 w 1409605"/>
              <a:gd name="connsiteY4" fmla="*/ 1764288 h 1765739"/>
              <a:gd name="connsiteX5" fmla="*/ 1338072 w 1409605"/>
              <a:gd name="connsiteY5" fmla="*/ 1537783 h 1765739"/>
              <a:gd name="connsiteX6" fmla="*/ 1409605 w 1409605"/>
              <a:gd name="connsiteY6" fmla="*/ 1451868 h 1765739"/>
              <a:gd name="connsiteX7" fmla="*/ 1409605 w 1409605"/>
              <a:gd name="connsiteY7" fmla="*/ 308963 h 1765739"/>
              <a:gd name="connsiteX8" fmla="*/ 1337786 w 1409605"/>
              <a:gd name="connsiteY8" fmla="*/ 223048 h 1765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09605" h="1765739">
                <a:moveTo>
                  <a:pt x="1337786" y="223048"/>
                </a:moveTo>
                <a:lnTo>
                  <a:pt x="102775" y="1401"/>
                </a:lnTo>
                <a:cubicBezTo>
                  <a:pt x="49244" y="-8219"/>
                  <a:pt x="0" y="32929"/>
                  <a:pt x="0" y="87316"/>
                </a:cubicBezTo>
                <a:lnTo>
                  <a:pt x="0" y="1678373"/>
                </a:lnTo>
                <a:cubicBezTo>
                  <a:pt x="0" y="1732951"/>
                  <a:pt x="49435" y="1774099"/>
                  <a:pt x="103061" y="1764288"/>
                </a:cubicBezTo>
                <a:lnTo>
                  <a:pt x="1338072" y="1537783"/>
                </a:lnTo>
                <a:cubicBezTo>
                  <a:pt x="1379506" y="1530163"/>
                  <a:pt x="1409605" y="1494064"/>
                  <a:pt x="1409605" y="1451868"/>
                </a:cubicBezTo>
                <a:lnTo>
                  <a:pt x="1409605" y="308963"/>
                </a:lnTo>
                <a:cubicBezTo>
                  <a:pt x="1409700" y="266672"/>
                  <a:pt x="1379411" y="230477"/>
                  <a:pt x="1337786" y="223048"/>
                </a:cubicBezTo>
                <a:close/>
              </a:path>
            </a:pathLst>
          </a:custGeom>
          <a:solidFill>
            <a:srgbClr val="376FFF">
              <a:lumMod val="40000"/>
              <a:lumOff val="60000"/>
              <a:alpha val="18000"/>
            </a:srgbClr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32" name="文本框 31"/>
          <p:cNvSpPr txBox="1"/>
          <p:nvPr>
            <p:custDataLst>
              <p:tags r:id="rId8"/>
            </p:custDataLst>
          </p:nvPr>
        </p:nvSpPr>
        <p:spPr>
          <a:xfrm>
            <a:off x="4010978" y="3445828"/>
            <a:ext cx="1569720" cy="3378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 dirty="0">
                <a:solidFill>
                  <a:srgbClr val="376FFF"/>
                </a:solidFill>
              </a:rPr>
              <a:t>登记入库</a:t>
            </a:r>
            <a:endParaRPr lang="zh-CN" altLang="en-US" sz="2000" b="1" dirty="0">
              <a:solidFill>
                <a:srgbClr val="376FFF"/>
              </a:solidFill>
            </a:endParaRPr>
          </a:p>
        </p:txBody>
      </p:sp>
      <p:sp>
        <p:nvSpPr>
          <p:cNvPr id="33" name="文本框 32"/>
          <p:cNvSpPr txBox="1"/>
          <p:nvPr>
            <p:custDataLst>
              <p:tags r:id="rId9"/>
            </p:custDataLst>
          </p:nvPr>
        </p:nvSpPr>
        <p:spPr>
          <a:xfrm>
            <a:off x="4010978" y="3940493"/>
            <a:ext cx="1570355" cy="124396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kern="0" spc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ea typeface="+mn-ea"/>
                <a:sym typeface="+mn-ea"/>
              </a:rPr>
              <a:t>记录唯一编号、尺寸、材料批次、质量、库位和来源</a:t>
            </a:r>
            <a:endParaRPr lang="zh-CN" altLang="en-US" sz="1400" kern="0" spc="0" dirty="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35" name="椭圆 34"/>
          <p:cNvSpPr/>
          <p:nvPr>
            <p:custDataLst>
              <p:tags r:id="rId10"/>
            </p:custDataLst>
          </p:nvPr>
        </p:nvSpPr>
        <p:spPr>
          <a:xfrm>
            <a:off x="4454208" y="2455863"/>
            <a:ext cx="684530" cy="684530"/>
          </a:xfrm>
          <a:prstGeom prst="ellipse">
            <a:avLst/>
          </a:prstGeom>
          <a:gradFill>
            <a:gsLst>
              <a:gs pos="93000">
                <a:srgbClr val="376FFF"/>
              </a:gs>
              <a:gs pos="0">
                <a:srgbClr val="376FFF">
                  <a:lumMod val="40000"/>
                  <a:lumOff val="60000"/>
                </a:srgbClr>
              </a:gs>
            </a:gsLst>
            <a:lin ang="5400000" scaled="1"/>
          </a:gradFill>
          <a:ln w="44450" cap="flat" cmpd="sng" algn="ctr">
            <a:solidFill>
              <a:srgbClr val="FEFFFF"/>
            </a:solidFill>
            <a:prstDash val="solid"/>
            <a:miter lim="800000"/>
          </a:ln>
          <a:effectLst/>
        </p:spPr>
        <p:style>
          <a:lnRef idx="2">
            <a:srgbClr val="376FFF">
              <a:shade val="15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>
            <p:custDataLst>
              <p:tags r:id="rId11"/>
            </p:custDataLst>
          </p:nvPr>
        </p:nvSpPr>
        <p:spPr>
          <a:xfrm>
            <a:off x="6611303" y="3445828"/>
            <a:ext cx="1569720" cy="3378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 dirty="0">
                <a:solidFill>
                  <a:srgbClr val="376FFF"/>
                </a:solidFill>
              </a:rPr>
              <a:t>优先匹配</a:t>
            </a:r>
            <a:endParaRPr lang="zh-CN" altLang="en-US" sz="2000" b="1" dirty="0">
              <a:solidFill>
                <a:srgbClr val="376FFF"/>
              </a:solidFill>
            </a:endParaRPr>
          </a:p>
        </p:txBody>
      </p:sp>
      <p:sp>
        <p:nvSpPr>
          <p:cNvPr id="38" name="文本框 37"/>
          <p:cNvSpPr txBox="1"/>
          <p:nvPr>
            <p:custDataLst>
              <p:tags r:id="rId12"/>
            </p:custDataLst>
          </p:nvPr>
        </p:nvSpPr>
        <p:spPr>
          <a:xfrm>
            <a:off x="6611303" y="3940493"/>
            <a:ext cx="1570355" cy="124396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kern="0" spc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ea typeface="+mn-ea"/>
                <a:sym typeface="+mn-ea"/>
              </a:rPr>
              <a:t>按待完成需求查找可用料头，复核方向、尺寸和疵点</a:t>
            </a:r>
            <a:endParaRPr lang="zh-CN" altLang="en-US" sz="1400" kern="0" spc="0" dirty="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40" name="椭圆 39"/>
          <p:cNvSpPr/>
          <p:nvPr>
            <p:custDataLst>
              <p:tags r:id="rId13"/>
            </p:custDataLst>
          </p:nvPr>
        </p:nvSpPr>
        <p:spPr>
          <a:xfrm>
            <a:off x="7054533" y="2455863"/>
            <a:ext cx="684530" cy="684530"/>
          </a:xfrm>
          <a:prstGeom prst="ellipse">
            <a:avLst/>
          </a:prstGeom>
          <a:gradFill>
            <a:gsLst>
              <a:gs pos="93000">
                <a:srgbClr val="376FFF"/>
              </a:gs>
              <a:gs pos="0">
                <a:srgbClr val="376FFF">
                  <a:lumMod val="40000"/>
                  <a:lumOff val="60000"/>
                </a:srgbClr>
              </a:gs>
            </a:gsLst>
            <a:lin ang="5400000" scaled="1"/>
          </a:gradFill>
          <a:ln w="44450" cap="flat" cmpd="sng" algn="ctr">
            <a:solidFill>
              <a:srgbClr val="FEFFFF"/>
            </a:solidFill>
            <a:prstDash val="solid"/>
            <a:miter lim="800000"/>
          </a:ln>
          <a:effectLst/>
        </p:spPr>
        <p:style>
          <a:lnRef idx="2">
            <a:srgbClr val="376FFF">
              <a:shade val="15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>
            <p:custDataLst>
              <p:tags r:id="rId14"/>
            </p:custDataLst>
          </p:nvPr>
        </p:nvSpPr>
        <p:spPr>
          <a:xfrm>
            <a:off x="9211628" y="3445828"/>
            <a:ext cx="1569720" cy="3378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 dirty="0">
                <a:solidFill>
                  <a:srgbClr val="376FFF"/>
                </a:solidFill>
              </a:rPr>
              <a:t>复用裁切</a:t>
            </a:r>
            <a:endParaRPr lang="zh-CN" altLang="en-US" sz="2000" b="1" dirty="0">
              <a:solidFill>
                <a:srgbClr val="376FFF"/>
              </a:solidFill>
            </a:endParaRPr>
          </a:p>
        </p:txBody>
      </p:sp>
      <p:sp>
        <p:nvSpPr>
          <p:cNvPr id="43" name="文本框 42"/>
          <p:cNvSpPr txBox="1"/>
          <p:nvPr>
            <p:custDataLst>
              <p:tags r:id="rId15"/>
            </p:custDataLst>
          </p:nvPr>
        </p:nvSpPr>
        <p:spPr>
          <a:xfrm>
            <a:off x="9211628" y="3940493"/>
            <a:ext cx="1570355" cy="124396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kern="0" spc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ea typeface="+mn-ea"/>
                <a:sym typeface="+mn-ea"/>
              </a:rPr>
              <a:t>消耗原料头、确认子料头并保留来源，母卷不重复扣料</a:t>
            </a:r>
            <a:endParaRPr lang="zh-CN" altLang="en-US" sz="1400" kern="0" spc="0" dirty="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45" name="椭圆 44"/>
          <p:cNvSpPr/>
          <p:nvPr>
            <p:custDataLst>
              <p:tags r:id="rId16"/>
            </p:custDataLst>
          </p:nvPr>
        </p:nvSpPr>
        <p:spPr>
          <a:xfrm>
            <a:off x="9654858" y="2455863"/>
            <a:ext cx="684530" cy="684530"/>
          </a:xfrm>
          <a:prstGeom prst="ellipse">
            <a:avLst/>
          </a:prstGeom>
          <a:gradFill>
            <a:gsLst>
              <a:gs pos="93000">
                <a:srgbClr val="376FFF"/>
              </a:gs>
              <a:gs pos="0">
                <a:srgbClr val="376FFF">
                  <a:lumMod val="40000"/>
                  <a:lumOff val="60000"/>
                </a:srgbClr>
              </a:gs>
            </a:gsLst>
            <a:lin ang="5400000" scaled="1"/>
          </a:gradFill>
          <a:ln w="44450" cap="flat" cmpd="sng" algn="ctr">
            <a:solidFill>
              <a:srgbClr val="FEFFFF"/>
            </a:solidFill>
            <a:prstDash val="solid"/>
            <a:miter lim="800000"/>
          </a:ln>
          <a:effectLst/>
        </p:spPr>
        <p:style>
          <a:lnRef idx="2">
            <a:srgbClr val="376FFF">
              <a:shade val="15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2" name="椭圆 21"/>
          <p:cNvSpPr/>
          <p:nvPr>
            <p:custDataLst>
              <p:tags r:id="rId17"/>
            </p:custDataLst>
          </p:nvPr>
        </p:nvSpPr>
        <p:spPr>
          <a:xfrm>
            <a:off x="1853883" y="2455863"/>
            <a:ext cx="684530" cy="684530"/>
          </a:xfrm>
          <a:prstGeom prst="ellipse">
            <a:avLst/>
          </a:prstGeom>
          <a:gradFill>
            <a:gsLst>
              <a:gs pos="93000">
                <a:srgbClr val="376FFF"/>
              </a:gs>
              <a:gs pos="0">
                <a:srgbClr val="376FFF">
                  <a:lumMod val="40000"/>
                  <a:lumOff val="60000"/>
                </a:srgbClr>
              </a:gs>
            </a:gsLst>
            <a:lin ang="5400000" scaled="1"/>
          </a:gradFill>
          <a:ln w="44450" cap="flat" cmpd="sng" algn="ctr">
            <a:solidFill>
              <a:srgbClr val="FEFFFF"/>
            </a:solidFill>
            <a:prstDash val="solid"/>
            <a:miter lim="800000"/>
          </a:ln>
          <a:effectLst/>
        </p:spPr>
        <p:style>
          <a:lnRef idx="2">
            <a:srgbClr val="376FFF">
              <a:shade val="15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23" name="图片 15" descr="343439383331313b343532303033313bd3a6d3c3c9ccb3c7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652963" y="2655253"/>
            <a:ext cx="286385" cy="286385"/>
          </a:xfrm>
          <a:prstGeom prst="rect">
            <a:avLst/>
          </a:prstGeom>
        </p:spPr>
      </p:pic>
      <p:pic>
        <p:nvPicPr>
          <p:cNvPr id="24" name="图片 11" descr="343439383331313b343532303032373bbfcdbba7b5b5b0b8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052003" y="2654618"/>
            <a:ext cx="288000" cy="288000"/>
          </a:xfrm>
          <a:prstGeom prst="rect">
            <a:avLst/>
          </a:prstGeom>
        </p:spPr>
      </p:pic>
      <p:pic>
        <p:nvPicPr>
          <p:cNvPr id="25" name="图片 16" descr="343439383331313b343532303033323bd3a6d3c3b9dcc0ed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253923" y="2655253"/>
            <a:ext cx="285750" cy="285750"/>
          </a:xfrm>
          <a:prstGeom prst="rect">
            <a:avLst/>
          </a:prstGeom>
        </p:spPr>
      </p:pic>
      <p:pic>
        <p:nvPicPr>
          <p:cNvPr id="26" name="图片 5" descr="343439383331313b343532303032323bb2fac6b7d5b9cabe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831388" y="2632393"/>
            <a:ext cx="331400" cy="331400"/>
          </a:xfrm>
          <a:prstGeom prst="rect">
            <a:avLst/>
          </a:prstGeom>
        </p:spPr>
      </p:pic>
    </p:spTree>
    <p:custDataLst>
      <p:tags r:id="rId30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典型案例：宁波某光学膜制造企业</a:t>
            </a:r>
            <a:endParaRPr lang="zh-CN" altLang="en-US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0644" y="3282086"/>
            <a:ext cx="4387119" cy="2618090"/>
          </a:xfrm>
          <a:prstGeom prst="roundRect">
            <a:avLst>
              <a:gd name="adj" fmla="val 6147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/>
          <p:cNvSpPr txBox="1"/>
          <p:nvPr/>
        </p:nvSpPr>
        <p:spPr>
          <a:xfrm>
            <a:off x="622681" y="1922728"/>
            <a:ext cx="51640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把大卷材料切成小卷，怎么切浪费最少？这是一道极难的几何数学题，人工计算利用率仅</a:t>
            </a:r>
            <a:r>
              <a:rPr lang="en-US" altLang="zh-CN" sz="1400" dirty="0"/>
              <a:t>90% </a:t>
            </a:r>
            <a:r>
              <a:rPr lang="zh-CN" altLang="en-US" sz="1400" dirty="0"/>
              <a:t>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719528" y="1475654"/>
            <a:ext cx="1329529" cy="338555"/>
          </a:xfrm>
          <a:prstGeom prst="roundRect">
            <a:avLst/>
          </a:prstGeom>
          <a:solidFill>
            <a:schemeClr val="accent1"/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核心痛点</a:t>
            </a:r>
            <a:endParaRPr lang="zh-CN" altLang="en-US" sz="1200" dirty="0"/>
          </a:p>
        </p:txBody>
      </p:sp>
      <p:sp>
        <p:nvSpPr>
          <p:cNvPr id="6" name="文本框 5"/>
          <p:cNvSpPr txBox="1"/>
          <p:nvPr/>
        </p:nvSpPr>
        <p:spPr>
          <a:xfrm>
            <a:off x="695189" y="3339519"/>
            <a:ext cx="5164069" cy="70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几何布局算法：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AI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瞬间模拟千万种切割方案，找到边角料最少的“完美解”。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719528" y="3030723"/>
            <a:ext cx="1329529" cy="338555"/>
          </a:xfrm>
          <a:prstGeom prst="roundRect">
            <a:avLst/>
          </a:prstGeom>
          <a:solidFill>
            <a:schemeClr val="accent1"/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智能解法</a:t>
            </a:r>
            <a:endParaRPr lang="zh-CN" altLang="en-US" sz="1200" dirty="0"/>
          </a:p>
        </p:txBody>
      </p:sp>
      <p:sp>
        <p:nvSpPr>
          <p:cNvPr id="8" name="矩形: 圆角 7"/>
          <p:cNvSpPr/>
          <p:nvPr/>
        </p:nvSpPr>
        <p:spPr>
          <a:xfrm>
            <a:off x="719529" y="4591131"/>
            <a:ext cx="2190533" cy="954447"/>
          </a:xfrm>
          <a:prstGeom prst="roundRect">
            <a:avLst>
              <a:gd name="adj" fmla="val 12471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矩形: 圆角 8"/>
          <p:cNvSpPr/>
          <p:nvPr/>
        </p:nvSpPr>
        <p:spPr>
          <a:xfrm>
            <a:off x="3289577" y="4591131"/>
            <a:ext cx="2190533" cy="954447"/>
          </a:xfrm>
          <a:prstGeom prst="roundRect">
            <a:avLst>
              <a:gd name="adj" fmla="val 12471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1107469" y="5283968"/>
            <a:ext cx="14146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材料利用率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433028" y="5283968"/>
            <a:ext cx="19036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年节省成本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19528" y="4699193"/>
            <a:ext cx="21905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accent1"/>
                </a:solidFill>
              </a:rPr>
              <a:t>99.2%</a:t>
            </a:r>
            <a:endParaRPr lang="en-US" altLang="zh-CN" sz="3200" b="1" dirty="0">
              <a:solidFill>
                <a:schemeClr val="accent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289576" y="4699193"/>
            <a:ext cx="21905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accent1"/>
                </a:solidFill>
              </a:rPr>
              <a:t>300</a:t>
            </a:r>
            <a:r>
              <a:rPr lang="zh-CN" altLang="en-US" sz="3200" b="1" dirty="0">
                <a:solidFill>
                  <a:schemeClr val="accent1"/>
                </a:solidFill>
              </a:rPr>
              <a:t>万</a:t>
            </a:r>
            <a:endParaRPr lang="en-US" altLang="zh-CN" sz="3200" b="1" dirty="0">
              <a:solidFill>
                <a:schemeClr val="accent1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9658" y="1170599"/>
            <a:ext cx="5053803" cy="1909897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2571"/>
            <a:ext cx="1725704" cy="549038"/>
          </a:xfrm>
          <a:prstGeom prst="rect">
            <a:avLst/>
          </a:prstGeom>
        </p:spPr>
      </p:pic>
      <p:sp>
        <p:nvSpPr>
          <p:cNvPr id="4" name="文本框 1"/>
          <p:cNvSpPr>
            <a:spLocks noChangeArrowheads="1"/>
          </p:cNvSpPr>
          <p:nvPr/>
        </p:nvSpPr>
        <p:spPr bwMode="auto">
          <a:xfrm>
            <a:off x="3690377" y="2508250"/>
            <a:ext cx="4811245" cy="920750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chemeClr val="tx1"/>
            </a:outerShdw>
          </a:effectLst>
        </p:spPr>
        <p:txBody>
          <a:bodyPr wrap="square" lIns="45718" tIns="45718" rIns="45718" bIns="4571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742950" indent="-28575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057400" indent="-2286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di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5400" b="1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谢谢观看！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7201" y="5781816"/>
            <a:ext cx="871256" cy="871256"/>
          </a:xfrm>
          <a:prstGeom prst="rect">
            <a:avLst/>
          </a:prstGeom>
        </p:spPr>
      </p:pic>
      <p:sp>
        <p:nvSpPr>
          <p:cNvPr id="6" name="文本框 10"/>
          <p:cNvSpPr txBox="1"/>
          <p:nvPr/>
        </p:nvSpPr>
        <p:spPr>
          <a:xfrm>
            <a:off x="9317131" y="5629719"/>
            <a:ext cx="3157257" cy="1023353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chemeClr val="tx1"/>
            </a:outerShdw>
          </a:effectLst>
        </p:spPr>
        <p:txBody>
          <a:bodyPr wrap="square" lIns="45718" tIns="45718" rIns="45718" bIns="45718">
            <a:spAutoFit/>
          </a:bodyPr>
          <a:lstStyle>
            <a:defPPr>
              <a:defRPr lang="en-US"/>
            </a:defPPr>
            <a:lvl1pPr marL="0" marR="0" lvl="0" indent="0" algn="di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5400" b="1" kern="1200">
                <a:solidFill>
                  <a:schemeClr val="bg1"/>
                </a:solidFill>
                <a:latin typeface="+mn-lt"/>
                <a:ea typeface="+mn-ea"/>
                <a:cs typeface="+mn-ea"/>
              </a:defRPr>
            </a:lvl1pPr>
            <a:lvl2pPr marL="742950" indent="-28575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057400" indent="-2286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zh-CN" altLang="en-US" sz="1400" dirty="0">
                <a:sym typeface="+mn-lt"/>
              </a:rPr>
              <a:t>联系我们</a:t>
            </a:r>
            <a:endParaRPr lang="en-US" altLang="zh-CN" sz="1400" dirty="0"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400" dirty="0">
                <a:sym typeface="+mn-lt"/>
              </a:rPr>
              <a:t>电话：</a:t>
            </a:r>
            <a:r>
              <a:rPr lang="en-US" altLang="zh-CN" sz="1400" dirty="0">
                <a:sym typeface="+mn-lt"/>
              </a:rPr>
              <a:t>0574-87285526</a:t>
            </a:r>
            <a:endParaRPr lang="en-US" altLang="zh-CN" sz="1400" dirty="0"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400" dirty="0">
                <a:sym typeface="+mn-lt"/>
              </a:rPr>
              <a:t>手机：</a:t>
            </a:r>
            <a:r>
              <a:rPr lang="en-US" altLang="zh-CN" sz="1400" dirty="0">
                <a:sym typeface="+mn-lt"/>
              </a:rPr>
              <a:t>18678943330</a:t>
            </a:r>
            <a:r>
              <a:rPr lang="zh-CN" altLang="en-US" sz="1400" dirty="0">
                <a:sym typeface="+mn-lt"/>
              </a:rPr>
              <a:t>（微信同号）</a:t>
            </a:r>
            <a:endParaRPr lang="zh-CN" altLang="en-US" sz="1400" dirty="0">
              <a:sym typeface="+mn-l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二维排料算法——轮廓搜索与几何校验</a:t>
            </a:r>
          </a:p>
        </p:txBody>
      </p:sp>
      <p:sp>
        <p:nvSpPr>
          <p:cNvPr id="5" name="矩形: 圆角 4"/>
          <p:cNvSpPr/>
          <p:nvPr/>
        </p:nvSpPr>
        <p:spPr>
          <a:xfrm>
            <a:off x="511418" y="1225061"/>
            <a:ext cx="5191859" cy="520553"/>
          </a:xfrm>
          <a:prstGeom prst="roundRect">
            <a:avLst/>
          </a:prstGeom>
          <a:solidFill>
            <a:schemeClr val="accent1"/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规则与异形分类排料</a:t>
            </a:r>
          </a:p>
        </p:txBody>
      </p:sp>
      <p:sp>
        <p:nvSpPr>
          <p:cNvPr id="6" name="矩形: 圆角 4"/>
          <p:cNvSpPr/>
          <p:nvPr/>
        </p:nvSpPr>
        <p:spPr>
          <a:xfrm>
            <a:off x="6320055" y="1225061"/>
            <a:ext cx="5191859" cy="520553"/>
          </a:xfrm>
          <a:prstGeom prst="roundRect">
            <a:avLst/>
          </a:prstGeom>
          <a:solidFill>
            <a:schemeClr val="accent1"/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布局搜索与结果核验</a:t>
            </a:r>
          </a:p>
        </p:txBody>
      </p:sp>
      <p:sp>
        <p:nvSpPr>
          <p:cNvPr id="100" name="step-01">
            <a:extLst>
              <a:ext uri="{FF2B5EF4-FFF2-40B4-BE49-F238E27FC236}">
                <a16:creationId xmlns:a16="http://schemas.microsoft.com/office/drawing/2014/main" id="{E7C3922F-078C-46B4-BA5B-EB9775262672}"/>
              </a:ext>
            </a:extLst>
          </p:cNvPr>
          <p:cNvSpPr>
            <a:spLocks noGrp="1"/>
          </p:cNvSpPr>
          <p:nvPr/>
        </p:nvSpPr>
        <p:spPr>
          <a:xfrm>
            <a:off x="781050" y="2038350"/>
            <a:ext cx="61912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2550" b="1">
                <a:solidFill>
                  <a:srgbClr val="005BD5"/>
                </a:solidFill>
              </a:defRPr>
            </a:defPPr>
            <a:lvl1pPr>
              <a:defRPr sz="2550" b="1">
                <a:solidFill>
                  <a:srgbClr val="005BD5"/>
                </a:solidFill>
              </a:defRPr>
            </a:lvl1pPr>
            <a:lvl2pPr>
              <a:defRPr sz="2550" b="1">
                <a:solidFill>
                  <a:srgbClr val="005BD5"/>
                </a:solidFill>
              </a:defRPr>
            </a:lvl2pPr>
            <a:lvl3pPr>
              <a:defRPr sz="2550" b="1">
                <a:solidFill>
                  <a:srgbClr val="005BD5"/>
                </a:solidFill>
              </a:defRPr>
            </a:lvl3pPr>
            <a:lvl4pPr>
              <a:defRPr sz="2550" b="1">
                <a:solidFill>
                  <a:srgbClr val="005BD5"/>
                </a:solidFill>
              </a:defRPr>
            </a:lvl4pPr>
            <a:lvl5pPr>
              <a:defRPr sz="2550" b="1">
                <a:solidFill>
                  <a:srgbClr val="005BD5"/>
                </a:solidFill>
              </a:defRPr>
            </a:lvl5pPr>
            <a:lvl6pPr>
              <a:defRPr sz="2550" b="1">
                <a:solidFill>
                  <a:srgbClr val="005BD5"/>
                </a:solidFill>
              </a:defRPr>
            </a:lvl6pPr>
            <a:lvl7pPr>
              <a:defRPr sz="2550" b="1">
                <a:solidFill>
                  <a:srgbClr val="005BD5"/>
                </a:solidFill>
              </a:defRPr>
            </a:lvl7pPr>
            <a:lvl8pPr>
              <a:defRPr sz="2550" b="1">
                <a:solidFill>
                  <a:srgbClr val="005BD5"/>
                </a:solidFill>
              </a:defRPr>
            </a:lvl8pPr>
            <a:lvl9pPr>
              <a:defRPr sz="2550" b="1">
                <a:solidFill>
                  <a:srgbClr val="005BD5"/>
                </a:solidFill>
              </a:defRPr>
            </a:lvl9pPr>
          </a:lstStyle>
          <a:p>
            <a:pPr>
              <a:defRPr sz="2550" b="1">
                <a:solidFill>
                  <a:srgbClr val="005BD5"/>
                </a:solidFill>
              </a:defRPr>
            </a:pPr>
            <a:r>
              <a:rPr sz="2550" b="1">
                <a:solidFill>
                  <a:srgbClr val="005BD5"/>
                </a:solidFill>
              </a:rPr>
              <a:t>01</a:t>
            </a:r>
          </a:p>
        </p:txBody>
      </p:sp>
      <p:sp>
        <p:nvSpPr>
          <p:cNvPr id="101" name="head-01">
            <a:extLst>
              <a:ext uri="{FF2B5EF4-FFF2-40B4-BE49-F238E27FC236}">
                <a16:creationId xmlns:a16="http://schemas.microsoft.com/office/drawing/2014/main" id="{EDF71CC0-A9DE-42AC-B7B3-4C98B6A6970A}"/>
              </a:ext>
            </a:extLst>
          </p:cNvPr>
          <p:cNvSpPr>
            <a:spLocks noGrp="1"/>
          </p:cNvSpPr>
          <p:nvPr/>
        </p:nvSpPr>
        <p:spPr>
          <a:xfrm>
            <a:off x="1466850" y="2038350"/>
            <a:ext cx="4095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1950" b="1">
                <a:solidFill>
                  <a:srgbClr val="17375E"/>
                </a:solidFill>
              </a:defRPr>
            </a:defPPr>
            <a:lvl1pPr>
              <a:defRPr sz="1950" b="1">
                <a:solidFill>
                  <a:srgbClr val="17375E"/>
                </a:solidFill>
              </a:defRPr>
            </a:lvl1pPr>
            <a:lvl2pPr>
              <a:defRPr sz="1950" b="1">
                <a:solidFill>
                  <a:srgbClr val="17375E"/>
                </a:solidFill>
              </a:defRPr>
            </a:lvl2pPr>
            <a:lvl3pPr>
              <a:defRPr sz="1950" b="1">
                <a:solidFill>
                  <a:srgbClr val="17375E"/>
                </a:solidFill>
              </a:defRPr>
            </a:lvl3pPr>
            <a:lvl4pPr>
              <a:defRPr sz="1950" b="1">
                <a:solidFill>
                  <a:srgbClr val="17375E"/>
                </a:solidFill>
              </a:defRPr>
            </a:lvl4pPr>
            <a:lvl5pPr>
              <a:defRPr sz="1950" b="1">
                <a:solidFill>
                  <a:srgbClr val="17375E"/>
                </a:solidFill>
              </a:defRPr>
            </a:lvl5pPr>
            <a:lvl6pPr>
              <a:defRPr sz="1950" b="1">
                <a:solidFill>
                  <a:srgbClr val="17375E"/>
                </a:solidFill>
              </a:defRPr>
            </a:lvl6pPr>
            <a:lvl7pPr>
              <a:defRPr sz="1950" b="1">
                <a:solidFill>
                  <a:srgbClr val="17375E"/>
                </a:solidFill>
              </a:defRPr>
            </a:lvl7pPr>
            <a:lvl8pPr>
              <a:defRPr sz="1950" b="1">
                <a:solidFill>
                  <a:srgbClr val="17375E"/>
                </a:solidFill>
              </a:defRPr>
            </a:lvl8pPr>
            <a:lvl9pPr>
              <a:defRPr sz="1950" b="1">
                <a:solidFill>
                  <a:srgbClr val="17375E"/>
                </a:solidFill>
              </a:defRPr>
            </a:lvl9pPr>
          </a:lstStyle>
          <a:p>
            <a:pPr>
              <a:defRPr sz="1950" b="1">
                <a:solidFill>
                  <a:srgbClr val="17375E"/>
                </a:solidFill>
              </a:defRPr>
            </a:pPr>
            <a:r>
              <a:rPr sz="1950" b="1">
                <a:solidFill>
                  <a:srgbClr val="17375E"/>
                </a:solidFill>
              </a:rPr>
              <a:t>规则裁片：按切割方式排</a:t>
            </a:r>
          </a:p>
        </p:txBody>
      </p:sp>
      <p:sp>
        <p:nvSpPr>
          <p:cNvPr id="102" name="body-01">
            <a:extLst>
              <a:ext uri="{FF2B5EF4-FFF2-40B4-BE49-F238E27FC236}">
                <a16:creationId xmlns:a16="http://schemas.microsoft.com/office/drawing/2014/main" id="{94980145-0FB0-4918-9CF9-3B83A26B66A9}"/>
              </a:ext>
            </a:extLst>
          </p:cNvPr>
          <p:cNvSpPr>
            <a:spLocks noGrp="1"/>
          </p:cNvSpPr>
          <p:nvPr/>
        </p:nvSpPr>
        <p:spPr>
          <a:xfrm>
            <a:off x="1466850" y="2562225"/>
            <a:ext cx="40957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1650" b="0">
                <a:solidFill>
                  <a:srgbClr val="44546A"/>
                </a:solidFill>
              </a:defRPr>
            </a:defPPr>
            <a:lvl1pPr>
              <a:defRPr sz="1650" b="0">
                <a:solidFill>
                  <a:srgbClr val="44546A"/>
                </a:solidFill>
              </a:defRPr>
            </a:lvl1pPr>
            <a:lvl2pPr>
              <a:defRPr sz="1650" b="0">
                <a:solidFill>
                  <a:srgbClr val="44546A"/>
                </a:solidFill>
              </a:defRPr>
            </a:lvl2pPr>
            <a:lvl3pPr>
              <a:defRPr sz="1650" b="0">
                <a:solidFill>
                  <a:srgbClr val="44546A"/>
                </a:solidFill>
              </a:defRPr>
            </a:lvl3pPr>
            <a:lvl4pPr>
              <a:defRPr sz="1650" b="0">
                <a:solidFill>
                  <a:srgbClr val="44546A"/>
                </a:solidFill>
              </a:defRPr>
            </a:lvl4pPr>
            <a:lvl5pPr>
              <a:defRPr sz="1650" b="0">
                <a:solidFill>
                  <a:srgbClr val="44546A"/>
                </a:solidFill>
              </a:defRPr>
            </a:lvl5pPr>
            <a:lvl6pPr>
              <a:defRPr sz="1650" b="0">
                <a:solidFill>
                  <a:srgbClr val="44546A"/>
                </a:solidFill>
              </a:defRPr>
            </a:lvl6pPr>
            <a:lvl7pPr>
              <a:defRPr sz="1650" b="0">
                <a:solidFill>
                  <a:srgbClr val="44546A"/>
                </a:solidFill>
              </a:defRPr>
            </a:lvl7pPr>
            <a:lvl8pPr>
              <a:defRPr sz="1650" b="0">
                <a:solidFill>
                  <a:srgbClr val="44546A"/>
                </a:solidFill>
              </a:defRPr>
            </a:lvl8pPr>
            <a:lvl9pPr>
              <a:defRPr sz="1650" b="0">
                <a:solidFill>
                  <a:srgbClr val="44546A"/>
                </a:solidFill>
              </a:defRPr>
            </a:lvl9pPr>
          </a:lstStyle>
          <a:p>
            <a:pPr>
              <a:defRPr sz="1650" b="0">
                <a:solidFill>
                  <a:srgbClr val="44546A"/>
                </a:solidFill>
              </a:defRPr>
            </a:pPr>
            <a:r>
              <a:rPr sz="1650" b="0">
                <a:solidFill>
                  <a:srgbClr val="44546A"/>
                </a:solidFill>
              </a:rPr>
              <a:t>矩形衬片与条形辅料，</a:t>
            </a:r>
          </a:p>
          <a:p>
            <a:pPr>
              <a:defRPr sz="1650" b="0">
                <a:solidFill>
                  <a:srgbClr val="44546A"/>
                </a:solidFill>
              </a:defRPr>
            </a:pPr>
            <a:r>
              <a:rPr sz="1650" b="0">
                <a:solidFill>
                  <a:srgbClr val="44546A"/>
                </a:solidFill>
              </a:rPr>
              <a:t>考虑旋转许可和疵点禁放区，</a:t>
            </a:r>
          </a:p>
          <a:p>
            <a:pPr>
              <a:defRPr sz="1650" b="0">
                <a:solidFill>
                  <a:srgbClr val="44546A"/>
                </a:solidFill>
              </a:defRPr>
            </a:pPr>
            <a:r>
              <a:rPr sz="1650" b="0">
                <a:solidFill>
                  <a:srgbClr val="44546A"/>
                </a:solidFill>
              </a:rPr>
              <a:t>按贯通切割方式安排布局。</a:t>
            </a:r>
          </a:p>
        </p:txBody>
      </p:sp>
      <p:sp>
        <p:nvSpPr>
          <p:cNvPr id="103" name="step-02">
            <a:extLst>
              <a:ext uri="{FF2B5EF4-FFF2-40B4-BE49-F238E27FC236}">
                <a16:creationId xmlns:a16="http://schemas.microsoft.com/office/drawing/2014/main" id="{61332F06-0F0C-4550-B025-C27AA7F5C3E5}"/>
              </a:ext>
            </a:extLst>
          </p:cNvPr>
          <p:cNvSpPr>
            <a:spLocks noGrp="1"/>
          </p:cNvSpPr>
          <p:nvPr/>
        </p:nvSpPr>
        <p:spPr>
          <a:xfrm>
            <a:off x="781050" y="4000500"/>
            <a:ext cx="61912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2550" b="1">
                <a:solidFill>
                  <a:srgbClr val="005BD5"/>
                </a:solidFill>
              </a:defRPr>
            </a:defPPr>
            <a:lvl1pPr>
              <a:defRPr sz="2550" b="1">
                <a:solidFill>
                  <a:srgbClr val="005BD5"/>
                </a:solidFill>
              </a:defRPr>
            </a:lvl1pPr>
            <a:lvl2pPr>
              <a:defRPr sz="2550" b="1">
                <a:solidFill>
                  <a:srgbClr val="005BD5"/>
                </a:solidFill>
              </a:defRPr>
            </a:lvl2pPr>
            <a:lvl3pPr>
              <a:defRPr sz="2550" b="1">
                <a:solidFill>
                  <a:srgbClr val="005BD5"/>
                </a:solidFill>
              </a:defRPr>
            </a:lvl3pPr>
            <a:lvl4pPr>
              <a:defRPr sz="2550" b="1">
                <a:solidFill>
                  <a:srgbClr val="005BD5"/>
                </a:solidFill>
              </a:defRPr>
            </a:lvl4pPr>
            <a:lvl5pPr>
              <a:defRPr sz="2550" b="1">
                <a:solidFill>
                  <a:srgbClr val="005BD5"/>
                </a:solidFill>
              </a:defRPr>
            </a:lvl5pPr>
            <a:lvl6pPr>
              <a:defRPr sz="2550" b="1">
                <a:solidFill>
                  <a:srgbClr val="005BD5"/>
                </a:solidFill>
              </a:defRPr>
            </a:lvl6pPr>
            <a:lvl7pPr>
              <a:defRPr sz="2550" b="1">
                <a:solidFill>
                  <a:srgbClr val="005BD5"/>
                </a:solidFill>
              </a:defRPr>
            </a:lvl7pPr>
            <a:lvl8pPr>
              <a:defRPr sz="2550" b="1">
                <a:solidFill>
                  <a:srgbClr val="005BD5"/>
                </a:solidFill>
              </a:defRPr>
            </a:lvl8pPr>
            <a:lvl9pPr>
              <a:defRPr sz="2550" b="1">
                <a:solidFill>
                  <a:srgbClr val="005BD5"/>
                </a:solidFill>
              </a:defRPr>
            </a:lvl9pPr>
          </a:lstStyle>
          <a:p>
            <a:pPr>
              <a:defRPr sz="2550" b="1">
                <a:solidFill>
                  <a:srgbClr val="005BD5"/>
                </a:solidFill>
              </a:defRPr>
            </a:pPr>
            <a:r>
              <a:rPr sz="2550" b="1">
                <a:solidFill>
                  <a:srgbClr val="005BD5"/>
                </a:solidFill>
              </a:rPr>
              <a:t>02</a:t>
            </a:r>
          </a:p>
        </p:txBody>
      </p:sp>
      <p:sp>
        <p:nvSpPr>
          <p:cNvPr id="104" name="head-02">
            <a:extLst>
              <a:ext uri="{FF2B5EF4-FFF2-40B4-BE49-F238E27FC236}">
                <a16:creationId xmlns:a16="http://schemas.microsoft.com/office/drawing/2014/main" id="{2DE2D4FD-3738-4D70-9F43-BD563CA4C96A}"/>
              </a:ext>
            </a:extLst>
          </p:cNvPr>
          <p:cNvSpPr>
            <a:spLocks noGrp="1"/>
          </p:cNvSpPr>
          <p:nvPr/>
        </p:nvSpPr>
        <p:spPr>
          <a:xfrm>
            <a:off x="1466850" y="4000500"/>
            <a:ext cx="4095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1950" b="1">
                <a:solidFill>
                  <a:srgbClr val="17375E"/>
                </a:solidFill>
              </a:defRPr>
            </a:defPPr>
            <a:lvl1pPr>
              <a:defRPr sz="1950" b="1">
                <a:solidFill>
                  <a:srgbClr val="17375E"/>
                </a:solidFill>
              </a:defRPr>
            </a:lvl1pPr>
            <a:lvl2pPr>
              <a:defRPr sz="1950" b="1">
                <a:solidFill>
                  <a:srgbClr val="17375E"/>
                </a:solidFill>
              </a:defRPr>
            </a:lvl2pPr>
            <a:lvl3pPr>
              <a:defRPr sz="1950" b="1">
                <a:solidFill>
                  <a:srgbClr val="17375E"/>
                </a:solidFill>
              </a:defRPr>
            </a:lvl3pPr>
            <a:lvl4pPr>
              <a:defRPr sz="1950" b="1">
                <a:solidFill>
                  <a:srgbClr val="17375E"/>
                </a:solidFill>
              </a:defRPr>
            </a:lvl4pPr>
            <a:lvl5pPr>
              <a:defRPr sz="1950" b="1">
                <a:solidFill>
                  <a:srgbClr val="17375E"/>
                </a:solidFill>
              </a:defRPr>
            </a:lvl5pPr>
            <a:lvl6pPr>
              <a:defRPr sz="1950" b="1">
                <a:solidFill>
                  <a:srgbClr val="17375E"/>
                </a:solidFill>
              </a:defRPr>
            </a:lvl6pPr>
            <a:lvl7pPr>
              <a:defRPr sz="1950" b="1">
                <a:solidFill>
                  <a:srgbClr val="17375E"/>
                </a:solidFill>
              </a:defRPr>
            </a:lvl7pPr>
            <a:lvl8pPr>
              <a:defRPr sz="1950" b="1">
                <a:solidFill>
                  <a:srgbClr val="17375E"/>
                </a:solidFill>
              </a:defRPr>
            </a:lvl8pPr>
            <a:lvl9pPr>
              <a:defRPr sz="1950" b="1">
                <a:solidFill>
                  <a:srgbClr val="17375E"/>
                </a:solidFill>
              </a:defRPr>
            </a:lvl9pPr>
          </a:lstStyle>
          <a:p>
            <a:pPr>
              <a:defRPr sz="1950" b="1">
                <a:solidFill>
                  <a:srgbClr val="17375E"/>
                </a:solidFill>
              </a:defRPr>
            </a:pPr>
            <a:r>
              <a:rPr sz="1950" b="1">
                <a:solidFill>
                  <a:srgbClr val="17375E"/>
                </a:solidFill>
              </a:rPr>
              <a:t>异形裁片：按真实轮廓排</a:t>
            </a:r>
          </a:p>
        </p:txBody>
      </p:sp>
      <p:sp>
        <p:nvSpPr>
          <p:cNvPr id="105" name="body-02">
            <a:extLst>
              <a:ext uri="{FF2B5EF4-FFF2-40B4-BE49-F238E27FC236}">
                <a16:creationId xmlns:a16="http://schemas.microsoft.com/office/drawing/2014/main" id="{80C85322-464D-4B97-81EE-E53147462189}"/>
              </a:ext>
            </a:extLst>
          </p:cNvPr>
          <p:cNvSpPr>
            <a:spLocks noGrp="1"/>
          </p:cNvSpPr>
          <p:nvPr/>
        </p:nvSpPr>
        <p:spPr>
          <a:xfrm>
            <a:off x="1466850" y="4524375"/>
            <a:ext cx="40957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1650" b="0">
                <a:solidFill>
                  <a:srgbClr val="44546A"/>
                </a:solidFill>
              </a:defRPr>
            </a:defPPr>
            <a:lvl1pPr>
              <a:defRPr sz="1650" b="0">
                <a:solidFill>
                  <a:srgbClr val="44546A"/>
                </a:solidFill>
              </a:defRPr>
            </a:lvl1pPr>
            <a:lvl2pPr>
              <a:defRPr sz="1650" b="0">
                <a:solidFill>
                  <a:srgbClr val="44546A"/>
                </a:solidFill>
              </a:defRPr>
            </a:lvl2pPr>
            <a:lvl3pPr>
              <a:defRPr sz="1650" b="0">
                <a:solidFill>
                  <a:srgbClr val="44546A"/>
                </a:solidFill>
              </a:defRPr>
            </a:lvl3pPr>
            <a:lvl4pPr>
              <a:defRPr sz="1650" b="0">
                <a:solidFill>
                  <a:srgbClr val="44546A"/>
                </a:solidFill>
              </a:defRPr>
            </a:lvl4pPr>
            <a:lvl5pPr>
              <a:defRPr sz="1650" b="0">
                <a:solidFill>
                  <a:srgbClr val="44546A"/>
                </a:solidFill>
              </a:defRPr>
            </a:lvl5pPr>
            <a:lvl6pPr>
              <a:defRPr sz="1650" b="0">
                <a:solidFill>
                  <a:srgbClr val="44546A"/>
                </a:solidFill>
              </a:defRPr>
            </a:lvl6pPr>
            <a:lvl7pPr>
              <a:defRPr sz="1650" b="0">
                <a:solidFill>
                  <a:srgbClr val="44546A"/>
                </a:solidFill>
              </a:defRPr>
            </a:lvl7pPr>
            <a:lvl8pPr>
              <a:defRPr sz="1650" b="0">
                <a:solidFill>
                  <a:srgbClr val="44546A"/>
                </a:solidFill>
              </a:defRPr>
            </a:lvl8pPr>
            <a:lvl9pPr>
              <a:defRPr sz="1650" b="0">
                <a:solidFill>
                  <a:srgbClr val="44546A"/>
                </a:solidFill>
              </a:defRPr>
            </a:lvl9pPr>
          </a:lstStyle>
          <a:p>
            <a:pPr>
              <a:defRPr sz="1650" b="0">
                <a:solidFill>
                  <a:srgbClr val="44546A"/>
                </a:solidFill>
              </a:defRPr>
            </a:pPr>
            <a:r>
              <a:rPr sz="1650" b="0">
                <a:solidFill>
                  <a:srgbClr val="44546A"/>
                </a:solidFill>
              </a:rPr>
              <a:t>衣身、袖片及凹凸多边形，</a:t>
            </a:r>
          </a:p>
          <a:p>
            <a:pPr>
              <a:defRPr sz="1650" b="0">
                <a:solidFill>
                  <a:srgbClr val="44546A"/>
                </a:solidFill>
              </a:defRPr>
            </a:pPr>
            <a:r>
              <a:rPr sz="1650" b="0">
                <a:solidFill>
                  <a:srgbClr val="44546A"/>
                </a:solidFill>
              </a:rPr>
              <a:t>按允许的方向搜索嵌套位置，</a:t>
            </a:r>
          </a:p>
          <a:p>
            <a:pPr>
              <a:defRPr sz="1650" b="0">
                <a:solidFill>
                  <a:srgbClr val="44546A"/>
                </a:solidFill>
              </a:defRPr>
            </a:pPr>
            <a:r>
              <a:rPr sz="1650" b="0">
                <a:solidFill>
                  <a:srgbClr val="44546A"/>
                </a:solidFill>
              </a:rPr>
              <a:t>利用大件之间的可用空区。</a:t>
            </a:r>
          </a:p>
        </p:txBody>
      </p:sp>
      <p:sp>
        <p:nvSpPr>
          <p:cNvPr id="106" name="step-03">
            <a:extLst>
              <a:ext uri="{FF2B5EF4-FFF2-40B4-BE49-F238E27FC236}">
                <a16:creationId xmlns:a16="http://schemas.microsoft.com/office/drawing/2014/main" id="{EE328C2D-8233-44CF-BDA8-7FB3FDE00757}"/>
              </a:ext>
            </a:extLst>
          </p:cNvPr>
          <p:cNvSpPr>
            <a:spLocks noGrp="1"/>
          </p:cNvSpPr>
          <p:nvPr/>
        </p:nvSpPr>
        <p:spPr>
          <a:xfrm>
            <a:off x="6572250" y="2038350"/>
            <a:ext cx="61912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2550" b="1">
                <a:solidFill>
                  <a:srgbClr val="005BD5"/>
                </a:solidFill>
              </a:defRPr>
            </a:defPPr>
            <a:lvl1pPr>
              <a:defRPr sz="2550" b="1">
                <a:solidFill>
                  <a:srgbClr val="005BD5"/>
                </a:solidFill>
              </a:defRPr>
            </a:lvl1pPr>
            <a:lvl2pPr>
              <a:defRPr sz="2550" b="1">
                <a:solidFill>
                  <a:srgbClr val="005BD5"/>
                </a:solidFill>
              </a:defRPr>
            </a:lvl2pPr>
            <a:lvl3pPr>
              <a:defRPr sz="2550" b="1">
                <a:solidFill>
                  <a:srgbClr val="005BD5"/>
                </a:solidFill>
              </a:defRPr>
            </a:lvl3pPr>
            <a:lvl4pPr>
              <a:defRPr sz="2550" b="1">
                <a:solidFill>
                  <a:srgbClr val="005BD5"/>
                </a:solidFill>
              </a:defRPr>
            </a:lvl4pPr>
            <a:lvl5pPr>
              <a:defRPr sz="2550" b="1">
                <a:solidFill>
                  <a:srgbClr val="005BD5"/>
                </a:solidFill>
              </a:defRPr>
            </a:lvl5pPr>
            <a:lvl6pPr>
              <a:defRPr sz="2550" b="1">
                <a:solidFill>
                  <a:srgbClr val="005BD5"/>
                </a:solidFill>
              </a:defRPr>
            </a:lvl6pPr>
            <a:lvl7pPr>
              <a:defRPr sz="2550" b="1">
                <a:solidFill>
                  <a:srgbClr val="005BD5"/>
                </a:solidFill>
              </a:defRPr>
            </a:lvl7pPr>
            <a:lvl8pPr>
              <a:defRPr sz="2550" b="1">
                <a:solidFill>
                  <a:srgbClr val="005BD5"/>
                </a:solidFill>
              </a:defRPr>
            </a:lvl8pPr>
            <a:lvl9pPr>
              <a:defRPr sz="2550" b="1">
                <a:solidFill>
                  <a:srgbClr val="005BD5"/>
                </a:solidFill>
              </a:defRPr>
            </a:lvl9pPr>
          </a:lstStyle>
          <a:p>
            <a:pPr>
              <a:defRPr sz="2550" b="1">
                <a:solidFill>
                  <a:srgbClr val="005BD5"/>
                </a:solidFill>
              </a:defRPr>
            </a:pPr>
            <a:r>
              <a:rPr sz="2550" b="1">
                <a:solidFill>
                  <a:srgbClr val="005BD5"/>
                </a:solidFill>
              </a:rPr>
              <a:t>03</a:t>
            </a:r>
          </a:p>
        </p:txBody>
      </p:sp>
      <p:sp>
        <p:nvSpPr>
          <p:cNvPr id="107" name="head-03">
            <a:extLst>
              <a:ext uri="{FF2B5EF4-FFF2-40B4-BE49-F238E27FC236}">
                <a16:creationId xmlns:a16="http://schemas.microsoft.com/office/drawing/2014/main" id="{661BEE4F-80D2-4F95-BF4F-C5E234A7E7D8}"/>
              </a:ext>
            </a:extLst>
          </p:cNvPr>
          <p:cNvSpPr>
            <a:spLocks noGrp="1"/>
          </p:cNvSpPr>
          <p:nvPr/>
        </p:nvSpPr>
        <p:spPr>
          <a:xfrm>
            <a:off x="7258050" y="2038350"/>
            <a:ext cx="4095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1950" b="1">
                <a:solidFill>
                  <a:srgbClr val="17375E"/>
                </a:solidFill>
              </a:defRPr>
            </a:defPPr>
            <a:lvl1pPr>
              <a:defRPr sz="1950" b="1">
                <a:solidFill>
                  <a:srgbClr val="17375E"/>
                </a:solidFill>
              </a:defRPr>
            </a:lvl1pPr>
            <a:lvl2pPr>
              <a:defRPr sz="1950" b="1">
                <a:solidFill>
                  <a:srgbClr val="17375E"/>
                </a:solidFill>
              </a:defRPr>
            </a:lvl2pPr>
            <a:lvl3pPr>
              <a:defRPr sz="1950" b="1">
                <a:solidFill>
                  <a:srgbClr val="17375E"/>
                </a:solidFill>
              </a:defRPr>
            </a:lvl3pPr>
            <a:lvl4pPr>
              <a:defRPr sz="1950" b="1">
                <a:solidFill>
                  <a:srgbClr val="17375E"/>
                </a:solidFill>
              </a:defRPr>
            </a:lvl4pPr>
            <a:lvl5pPr>
              <a:defRPr sz="1950" b="1">
                <a:solidFill>
                  <a:srgbClr val="17375E"/>
                </a:solidFill>
              </a:defRPr>
            </a:lvl5pPr>
            <a:lvl6pPr>
              <a:defRPr sz="1950" b="1">
                <a:solidFill>
                  <a:srgbClr val="17375E"/>
                </a:solidFill>
              </a:defRPr>
            </a:lvl6pPr>
            <a:lvl7pPr>
              <a:defRPr sz="1950" b="1">
                <a:solidFill>
                  <a:srgbClr val="17375E"/>
                </a:solidFill>
              </a:defRPr>
            </a:lvl7pPr>
            <a:lvl8pPr>
              <a:defRPr sz="1950" b="1">
                <a:solidFill>
                  <a:srgbClr val="17375E"/>
                </a:solidFill>
              </a:defRPr>
            </a:lvl8pPr>
            <a:lvl9pPr>
              <a:defRPr sz="1950" b="1">
                <a:solidFill>
                  <a:srgbClr val="17375E"/>
                </a:solidFill>
              </a:defRPr>
            </a:lvl9pPr>
          </a:lstStyle>
          <a:p>
            <a:pPr>
              <a:defRPr sz="1950" b="1">
                <a:solidFill>
                  <a:srgbClr val="17375E"/>
                </a:solidFill>
              </a:defRPr>
            </a:pPr>
            <a:r>
              <a:rPr sz="1950" b="1">
                <a:solidFill>
                  <a:srgbClr val="17375E"/>
                </a:solidFill>
              </a:rPr>
              <a:t>在限定时间内搜索</a:t>
            </a:r>
          </a:p>
        </p:txBody>
      </p:sp>
      <p:sp>
        <p:nvSpPr>
          <p:cNvPr id="108" name="body-03">
            <a:extLst>
              <a:ext uri="{FF2B5EF4-FFF2-40B4-BE49-F238E27FC236}">
                <a16:creationId xmlns:a16="http://schemas.microsoft.com/office/drawing/2014/main" id="{53F53D80-4D36-4977-947D-11C179615EFD}"/>
              </a:ext>
            </a:extLst>
          </p:cNvPr>
          <p:cNvSpPr>
            <a:spLocks noGrp="1"/>
          </p:cNvSpPr>
          <p:nvPr/>
        </p:nvSpPr>
        <p:spPr>
          <a:xfrm>
            <a:off x="7258050" y="2562225"/>
            <a:ext cx="40957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1650" b="0">
                <a:solidFill>
                  <a:srgbClr val="44546A"/>
                </a:solidFill>
              </a:defRPr>
            </a:defPPr>
            <a:lvl1pPr>
              <a:defRPr sz="1650" b="0">
                <a:solidFill>
                  <a:srgbClr val="44546A"/>
                </a:solidFill>
              </a:defRPr>
            </a:lvl1pPr>
            <a:lvl2pPr>
              <a:defRPr sz="1650" b="0">
                <a:solidFill>
                  <a:srgbClr val="44546A"/>
                </a:solidFill>
              </a:defRPr>
            </a:lvl2pPr>
            <a:lvl3pPr>
              <a:defRPr sz="1650" b="0">
                <a:solidFill>
                  <a:srgbClr val="44546A"/>
                </a:solidFill>
              </a:defRPr>
            </a:lvl3pPr>
            <a:lvl4pPr>
              <a:defRPr sz="1650" b="0">
                <a:solidFill>
                  <a:srgbClr val="44546A"/>
                </a:solidFill>
              </a:defRPr>
            </a:lvl4pPr>
            <a:lvl5pPr>
              <a:defRPr sz="1650" b="0">
                <a:solidFill>
                  <a:srgbClr val="44546A"/>
                </a:solidFill>
              </a:defRPr>
            </a:lvl5pPr>
            <a:lvl6pPr>
              <a:defRPr sz="1650" b="0">
                <a:solidFill>
                  <a:srgbClr val="44546A"/>
                </a:solidFill>
              </a:defRPr>
            </a:lvl6pPr>
            <a:lvl7pPr>
              <a:defRPr sz="1650" b="0">
                <a:solidFill>
                  <a:srgbClr val="44546A"/>
                </a:solidFill>
              </a:defRPr>
            </a:lvl7pPr>
            <a:lvl8pPr>
              <a:defRPr sz="1650" b="0">
                <a:solidFill>
                  <a:srgbClr val="44546A"/>
                </a:solidFill>
              </a:defRPr>
            </a:lvl8pPr>
            <a:lvl9pPr>
              <a:defRPr sz="1650" b="0">
                <a:solidFill>
                  <a:srgbClr val="44546A"/>
                </a:solidFill>
              </a:defRPr>
            </a:lvl9pPr>
          </a:lstStyle>
          <a:p>
            <a:pPr>
              <a:defRPr sz="1650" b="0">
                <a:solidFill>
                  <a:srgbClr val="44546A"/>
                </a:solidFill>
              </a:defRPr>
            </a:pPr>
            <a:r>
              <a:rPr sz="1650" b="0">
                <a:solidFill>
                  <a:srgbClr val="44546A"/>
                </a:solidFill>
              </a:rPr>
              <a:t>当前加工区内尽量多排入</a:t>
            </a:r>
          </a:p>
          <a:p>
            <a:pPr>
              <a:defRPr sz="1650" b="0">
                <a:solidFill>
                  <a:srgbClr val="44546A"/>
                </a:solidFill>
              </a:defRPr>
            </a:pPr>
            <a:r>
              <a:rPr sz="1650" b="0">
                <a:solidFill>
                  <a:srgbClr val="44546A"/>
                </a:solidFill>
              </a:rPr>
              <a:t>裁片面积，并逐项返回</a:t>
            </a:r>
          </a:p>
          <a:p>
            <a:pPr>
              <a:defRPr sz="1650" b="0">
                <a:solidFill>
                  <a:srgbClr val="44546A"/>
                </a:solidFill>
              </a:defRPr>
            </a:pPr>
            <a:r>
              <a:rPr sz="1650" b="0">
                <a:solidFill>
                  <a:srgbClr val="44546A"/>
                </a:solidFill>
              </a:rPr>
              <a:t>已排数量与未排数量。</a:t>
            </a:r>
          </a:p>
        </p:txBody>
      </p:sp>
      <p:sp>
        <p:nvSpPr>
          <p:cNvPr id="109" name="step-04">
            <a:extLst>
              <a:ext uri="{FF2B5EF4-FFF2-40B4-BE49-F238E27FC236}">
                <a16:creationId xmlns:a16="http://schemas.microsoft.com/office/drawing/2014/main" id="{FFE232D0-7CBE-4427-990F-0AA90164C553}"/>
              </a:ext>
            </a:extLst>
          </p:cNvPr>
          <p:cNvSpPr>
            <a:spLocks noGrp="1"/>
          </p:cNvSpPr>
          <p:nvPr/>
        </p:nvSpPr>
        <p:spPr>
          <a:xfrm>
            <a:off x="6572250" y="4000500"/>
            <a:ext cx="61912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2550" b="1">
                <a:solidFill>
                  <a:srgbClr val="005BD5"/>
                </a:solidFill>
              </a:defRPr>
            </a:defPPr>
            <a:lvl1pPr>
              <a:defRPr sz="2550" b="1">
                <a:solidFill>
                  <a:srgbClr val="005BD5"/>
                </a:solidFill>
              </a:defRPr>
            </a:lvl1pPr>
            <a:lvl2pPr>
              <a:defRPr sz="2550" b="1">
                <a:solidFill>
                  <a:srgbClr val="005BD5"/>
                </a:solidFill>
              </a:defRPr>
            </a:lvl2pPr>
            <a:lvl3pPr>
              <a:defRPr sz="2550" b="1">
                <a:solidFill>
                  <a:srgbClr val="005BD5"/>
                </a:solidFill>
              </a:defRPr>
            </a:lvl3pPr>
            <a:lvl4pPr>
              <a:defRPr sz="2550" b="1">
                <a:solidFill>
                  <a:srgbClr val="005BD5"/>
                </a:solidFill>
              </a:defRPr>
            </a:lvl4pPr>
            <a:lvl5pPr>
              <a:defRPr sz="2550" b="1">
                <a:solidFill>
                  <a:srgbClr val="005BD5"/>
                </a:solidFill>
              </a:defRPr>
            </a:lvl5pPr>
            <a:lvl6pPr>
              <a:defRPr sz="2550" b="1">
                <a:solidFill>
                  <a:srgbClr val="005BD5"/>
                </a:solidFill>
              </a:defRPr>
            </a:lvl6pPr>
            <a:lvl7pPr>
              <a:defRPr sz="2550" b="1">
                <a:solidFill>
                  <a:srgbClr val="005BD5"/>
                </a:solidFill>
              </a:defRPr>
            </a:lvl7pPr>
            <a:lvl8pPr>
              <a:defRPr sz="2550" b="1">
                <a:solidFill>
                  <a:srgbClr val="005BD5"/>
                </a:solidFill>
              </a:defRPr>
            </a:lvl8pPr>
            <a:lvl9pPr>
              <a:defRPr sz="2550" b="1">
                <a:solidFill>
                  <a:srgbClr val="005BD5"/>
                </a:solidFill>
              </a:defRPr>
            </a:lvl9pPr>
          </a:lstStyle>
          <a:p>
            <a:pPr>
              <a:defRPr sz="2550" b="1">
                <a:solidFill>
                  <a:srgbClr val="005BD5"/>
                </a:solidFill>
              </a:defRPr>
            </a:pPr>
            <a:r>
              <a:rPr sz="2550" b="1">
                <a:solidFill>
                  <a:srgbClr val="005BD5"/>
                </a:solidFill>
              </a:rPr>
              <a:t>04</a:t>
            </a:r>
          </a:p>
        </p:txBody>
      </p:sp>
      <p:sp>
        <p:nvSpPr>
          <p:cNvPr id="110" name="head-04">
            <a:extLst>
              <a:ext uri="{FF2B5EF4-FFF2-40B4-BE49-F238E27FC236}">
                <a16:creationId xmlns:a16="http://schemas.microsoft.com/office/drawing/2014/main" id="{8F3612CF-B62C-45A5-B050-53E3A5EA0511}"/>
              </a:ext>
            </a:extLst>
          </p:cNvPr>
          <p:cNvSpPr>
            <a:spLocks noGrp="1"/>
          </p:cNvSpPr>
          <p:nvPr/>
        </p:nvSpPr>
        <p:spPr>
          <a:xfrm>
            <a:off x="7258050" y="4000500"/>
            <a:ext cx="4095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1950" b="1">
                <a:solidFill>
                  <a:srgbClr val="17375E"/>
                </a:solidFill>
              </a:defRPr>
            </a:defPPr>
            <a:lvl1pPr>
              <a:defRPr sz="1950" b="1">
                <a:solidFill>
                  <a:srgbClr val="17375E"/>
                </a:solidFill>
              </a:defRPr>
            </a:lvl1pPr>
            <a:lvl2pPr>
              <a:defRPr sz="1950" b="1">
                <a:solidFill>
                  <a:srgbClr val="17375E"/>
                </a:solidFill>
              </a:defRPr>
            </a:lvl2pPr>
            <a:lvl3pPr>
              <a:defRPr sz="1950" b="1">
                <a:solidFill>
                  <a:srgbClr val="17375E"/>
                </a:solidFill>
              </a:defRPr>
            </a:lvl3pPr>
            <a:lvl4pPr>
              <a:defRPr sz="1950" b="1">
                <a:solidFill>
                  <a:srgbClr val="17375E"/>
                </a:solidFill>
              </a:defRPr>
            </a:lvl4pPr>
            <a:lvl5pPr>
              <a:defRPr sz="1950" b="1">
                <a:solidFill>
                  <a:srgbClr val="17375E"/>
                </a:solidFill>
              </a:defRPr>
            </a:lvl5pPr>
            <a:lvl6pPr>
              <a:defRPr sz="1950" b="1">
                <a:solidFill>
                  <a:srgbClr val="17375E"/>
                </a:solidFill>
              </a:defRPr>
            </a:lvl6pPr>
            <a:lvl7pPr>
              <a:defRPr sz="1950" b="1">
                <a:solidFill>
                  <a:srgbClr val="17375E"/>
                </a:solidFill>
              </a:defRPr>
            </a:lvl7pPr>
            <a:lvl8pPr>
              <a:defRPr sz="1950" b="1">
                <a:solidFill>
                  <a:srgbClr val="17375E"/>
                </a:solidFill>
              </a:defRPr>
            </a:lvl8pPr>
            <a:lvl9pPr>
              <a:defRPr sz="1950" b="1">
                <a:solidFill>
                  <a:srgbClr val="17375E"/>
                </a:solidFill>
              </a:defRPr>
            </a:lvl9pPr>
          </a:lstStyle>
          <a:p>
            <a:pPr>
              <a:defRPr sz="1950" b="1">
                <a:solidFill>
                  <a:srgbClr val="17375E"/>
                </a:solidFill>
              </a:defRPr>
            </a:pPr>
            <a:r>
              <a:rPr sz="1950" b="1">
                <a:solidFill>
                  <a:srgbClr val="17375E"/>
                </a:solidFill>
              </a:rPr>
              <a:t>独立检查几何结果</a:t>
            </a:r>
          </a:p>
        </p:txBody>
      </p:sp>
      <p:sp>
        <p:nvSpPr>
          <p:cNvPr id="111" name="body-04">
            <a:extLst>
              <a:ext uri="{FF2B5EF4-FFF2-40B4-BE49-F238E27FC236}">
                <a16:creationId xmlns:a16="http://schemas.microsoft.com/office/drawing/2014/main" id="{6994D35F-4F00-4B9F-B2E4-99B15D0DDA50}"/>
              </a:ext>
            </a:extLst>
          </p:cNvPr>
          <p:cNvSpPr>
            <a:spLocks noGrp="1"/>
          </p:cNvSpPr>
          <p:nvPr/>
        </p:nvSpPr>
        <p:spPr>
          <a:xfrm>
            <a:off x="7258050" y="4524375"/>
            <a:ext cx="40957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1650" b="0">
                <a:solidFill>
                  <a:srgbClr val="44546A"/>
                </a:solidFill>
              </a:defRPr>
            </a:defPPr>
            <a:lvl1pPr>
              <a:defRPr sz="1650" b="0">
                <a:solidFill>
                  <a:srgbClr val="44546A"/>
                </a:solidFill>
              </a:defRPr>
            </a:lvl1pPr>
            <a:lvl2pPr>
              <a:defRPr sz="1650" b="0">
                <a:solidFill>
                  <a:srgbClr val="44546A"/>
                </a:solidFill>
              </a:defRPr>
            </a:lvl2pPr>
            <a:lvl3pPr>
              <a:defRPr sz="1650" b="0">
                <a:solidFill>
                  <a:srgbClr val="44546A"/>
                </a:solidFill>
              </a:defRPr>
            </a:lvl3pPr>
            <a:lvl4pPr>
              <a:defRPr sz="1650" b="0">
                <a:solidFill>
                  <a:srgbClr val="44546A"/>
                </a:solidFill>
              </a:defRPr>
            </a:lvl4pPr>
            <a:lvl5pPr>
              <a:defRPr sz="1650" b="0">
                <a:solidFill>
                  <a:srgbClr val="44546A"/>
                </a:solidFill>
              </a:defRPr>
            </a:lvl5pPr>
            <a:lvl6pPr>
              <a:defRPr sz="1650" b="0">
                <a:solidFill>
                  <a:srgbClr val="44546A"/>
                </a:solidFill>
              </a:defRPr>
            </a:lvl6pPr>
            <a:lvl7pPr>
              <a:defRPr sz="1650" b="0">
                <a:solidFill>
                  <a:srgbClr val="44546A"/>
                </a:solidFill>
              </a:defRPr>
            </a:lvl7pPr>
            <a:lvl8pPr>
              <a:defRPr sz="1650" b="0">
                <a:solidFill>
                  <a:srgbClr val="44546A"/>
                </a:solidFill>
              </a:defRPr>
            </a:lvl8pPr>
            <a:lvl9pPr>
              <a:defRPr sz="1650" b="0">
                <a:solidFill>
                  <a:srgbClr val="44546A"/>
                </a:solidFill>
              </a:defRPr>
            </a:lvl9pPr>
          </a:lstStyle>
          <a:p>
            <a:pPr>
              <a:defRPr sz="1650" b="0">
                <a:solidFill>
                  <a:srgbClr val="44546A"/>
                </a:solidFill>
              </a:defRPr>
            </a:pPr>
            <a:r>
              <a:rPr sz="1650" b="0">
                <a:solidFill>
                  <a:srgbClr val="44546A"/>
                </a:solidFill>
              </a:rPr>
              <a:t>核验材料边界、裁片重叠、</a:t>
            </a:r>
          </a:p>
          <a:p>
            <a:pPr>
              <a:defRPr sz="1650" b="0">
                <a:solidFill>
                  <a:srgbClr val="44546A"/>
                </a:solidFill>
              </a:defRPr>
            </a:pPr>
            <a:r>
              <a:rPr sz="1650" b="0">
                <a:solidFill>
                  <a:srgbClr val="44546A"/>
                </a:solidFill>
              </a:rPr>
              <a:t>疵点避让及允许旋转。</a:t>
            </a:r>
          </a:p>
          <a:p>
            <a:pPr>
              <a:defRPr sz="1650" b="0">
                <a:solidFill>
                  <a:srgbClr val="44546A"/>
                </a:solidFill>
              </a:defRPr>
            </a:pPr>
            <a:r>
              <a:rPr sz="1650" b="0">
                <a:solidFill>
                  <a:srgbClr val="44546A"/>
                </a:solidFill>
              </a:rPr>
              <a:t>规则裁片输出切割步骤，</a:t>
            </a:r>
          </a:p>
          <a:p>
            <a:pPr>
              <a:defRPr sz="1650" b="0">
                <a:solidFill>
                  <a:srgbClr val="44546A"/>
                </a:solidFill>
              </a:defRPr>
            </a:pPr>
            <a:r>
              <a:rPr sz="1650" b="0">
                <a:solidFill>
                  <a:srgbClr val="44546A"/>
                </a:solidFill>
              </a:rPr>
              <a:t>异形裁片输出排料轮廓。</a:t>
            </a:r>
          </a:p>
        </p:txBody>
      </p:sp>
      <p:sp>
        <p:nvSpPr>
          <p:cNvPr id="112" name="footer">
            <a:extLst>
              <a:ext uri="{FF2B5EF4-FFF2-40B4-BE49-F238E27FC236}">
                <a16:creationId xmlns:a16="http://schemas.microsoft.com/office/drawing/2014/main" id="{2357D8BE-848A-4BD0-8085-37E3FF0198E0}"/>
              </a:ext>
            </a:extLst>
          </p:cNvPr>
          <p:cNvSpPr>
            <a:spLocks noGrp="1"/>
          </p:cNvSpPr>
          <p:nvPr/>
        </p:nvSpPr>
        <p:spPr>
          <a:xfrm>
            <a:off x="914400" y="6076950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1650" b="0">
                <a:solidFill>
                  <a:srgbClr val="243B53"/>
                </a:solidFill>
              </a:defRPr>
            </a:defPPr>
            <a:lvl1pPr>
              <a:defRPr sz="1650" b="0">
                <a:solidFill>
                  <a:srgbClr val="243B53"/>
                </a:solidFill>
              </a:defRPr>
            </a:lvl1pPr>
            <a:lvl2pPr>
              <a:defRPr sz="1650" b="0">
                <a:solidFill>
                  <a:srgbClr val="243B53"/>
                </a:solidFill>
              </a:defRPr>
            </a:lvl2pPr>
            <a:lvl3pPr>
              <a:defRPr sz="1650" b="0">
                <a:solidFill>
                  <a:srgbClr val="243B53"/>
                </a:solidFill>
              </a:defRPr>
            </a:lvl3pPr>
            <a:lvl4pPr>
              <a:defRPr sz="1650" b="0">
                <a:solidFill>
                  <a:srgbClr val="243B53"/>
                </a:solidFill>
              </a:defRPr>
            </a:lvl4pPr>
            <a:lvl5pPr>
              <a:defRPr sz="1650" b="0">
                <a:solidFill>
                  <a:srgbClr val="243B53"/>
                </a:solidFill>
              </a:defRPr>
            </a:lvl5pPr>
            <a:lvl6pPr>
              <a:defRPr sz="1650" b="0">
                <a:solidFill>
                  <a:srgbClr val="243B53"/>
                </a:solidFill>
              </a:defRPr>
            </a:lvl6pPr>
            <a:lvl7pPr>
              <a:defRPr sz="1650" b="0">
                <a:solidFill>
                  <a:srgbClr val="243B53"/>
                </a:solidFill>
              </a:defRPr>
            </a:lvl7pPr>
            <a:lvl8pPr>
              <a:defRPr sz="1650" b="0">
                <a:solidFill>
                  <a:srgbClr val="243B53"/>
                </a:solidFill>
              </a:defRPr>
            </a:lvl8pPr>
            <a:lvl9pPr>
              <a:defRPr sz="1650" b="0">
                <a:solidFill>
                  <a:srgbClr val="243B53"/>
                </a:solidFill>
              </a:defRPr>
            </a:lvl9pPr>
          </a:lstStyle>
          <a:p>
            <a:pPr>
              <a:defRPr sz="1650" b="0">
                <a:solidFill>
                  <a:srgbClr val="243B53"/>
                </a:solidFill>
              </a:defRPr>
            </a:pPr>
            <a:r>
              <a:rPr sz="1650" b="0">
                <a:solidFill>
                  <a:srgbClr val="243B53"/>
                </a:solidFill>
              </a:rPr>
              <a:t>输出经过核验的可行布局；生产纸样、工艺间隙和设备轮廓刀路需专项确认。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90.1,&quot;left&quot;:7.55,&quot;top&quot;:405.2,&quot;width&quot;:938.8}"/>
</p:tagLst>
</file>

<file path=ppt/tags/tag2.xml><?xml version="1.0" encoding="utf-8"?>
<p:tagLst xmlns:p="http://schemas.openxmlformats.org/presentationml/2006/main">
  <p:tag name="KSO_WM_DIAGRAM_VIRTUALLY_FRAME" val="{&quot;height&quot;:90.1,&quot;left&quot;:7.55,&quot;top&quot;:405.2,&quot;width&quot;:938.8}"/>
</p:tagLst>
</file>

<file path=ppt/tags/tag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custom20235029_1*i*1"/>
  <p:tag name="KSO_WM_TEMPLATE_CATEGORY" val="custom"/>
  <p:tag name="KSO_WM_TEMPLATE_INDEX" val="20235029"/>
  <p:tag name="KSO_WM_UNIT_LAYERLEVEL" val="1"/>
  <p:tag name="KSO_WM_TAG_VERSION" val="3.0"/>
  <p:tag name="KSO_WM_UNIT_TYPE" val="i"/>
  <p:tag name="KSO_WM_UNIT_INDEX" val="1"/>
</p:tagLst>
</file>

<file path=ppt/tags/tag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5029_1*a*1"/>
  <p:tag name="KSO_WM_TEMPLATE_CATEGORY" val="custom"/>
  <p:tag name="KSO_WM_TEMPLATE_INDEX" val="20235029"/>
  <p:tag name="KSO_WM_UNIT_LAYERLEVEL" val="1"/>
  <p:tag name="KSO_WM_TAG_VERSION" val="3.0"/>
  <p:tag name="KSO_WM_BEAUTIFY_FLAG" val="#wm#"/>
  <p:tag name="KSO_WM_UNIT_VALUE" val="29"/>
  <p:tag name="KSO_WM_UNIT_TEXT_TYPE" val="1"/>
  <p:tag name="KSO_WM_UNIT_PRESET_TEXT" val="单击此处添加标题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5029_1*i*2"/>
  <p:tag name="KSO_WM_TEMPLATE_CATEGORY" val="custom"/>
  <p:tag name="KSO_WM_TEMPLATE_INDEX" val="20235029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35029_1*i*3"/>
  <p:tag name="KSO_WM_TEMPLATE_CATEGORY" val="custom"/>
  <p:tag name="KSO_WM_TEMPLATE_INDEX" val="20235029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custom20235029_1*i*4"/>
  <p:tag name="KSO_WM_TEMPLATE_CATEGORY" val="custom"/>
  <p:tag name="KSO_WM_TEMPLATE_INDEX" val="20235029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custom20235029_1*i*5"/>
  <p:tag name="KSO_WM_TEMPLATE_CATEGORY" val="custom"/>
  <p:tag name="KSO_WM_TEMPLATE_INDEX" val="20235029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SLIDE_ID" val="custom20235029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5029"/>
  <p:tag name="KSO_WM_SLIDE_LAYOUT" val="a_β"/>
  <p:tag name="KSO_WM_SLIDE_LAYOUT_CNT" val="1_1"/>
  <p:tag name="KSO_WM_SLIDE_SIZE" val="857*477"/>
  <p:tag name="KSO_WM_SLIDE_POSITION" val="51*28"/>
</p:tagLst>
</file>

<file path=ppt/tags/tag1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5029_1*a*1"/>
  <p:tag name="KSO_WM_TEMPLATE_CATEGORY" val="custom"/>
  <p:tag name="KSO_WM_TEMPLATE_INDEX" val="20235029"/>
  <p:tag name="KSO_WM_UNIT_LAYERLEVEL" val="1"/>
  <p:tag name="KSO_WM_TAG_VERSION" val="3.0"/>
  <p:tag name="KSO_WM_BEAUTIFY_FLAG" val="#wm#"/>
  <p:tag name="KSO_WM_UNIT_VALUE" val="29"/>
  <p:tag name="KSO_WM_UNIT_TEXT_TYPE" val="1"/>
  <p:tag name="KSO_WM_UNIT_PRESET_TEXT" val="单击此处添加标题"/>
</p:tagLst>
</file>

<file path=ppt/tags/tag11.xml><?xml version="1.0" encoding="utf-8"?>
<p:tagLst xmlns:p="http://schemas.openxmlformats.org/presentationml/2006/main">
  <p:tag name="KSO_WM_DIAGRAM_VIRTUALLY_FRAME" val="{&quot;height&quot;:372,&quot;left&quot;:65,&quot;top&quot;:105,&quot;width&quot;:838}"/>
</p:tagLst>
</file>

<file path=ppt/tags/tag12.xml><?xml version="1.0" encoding="utf-8"?>
<p:tagLst xmlns:p="http://schemas.openxmlformats.org/presentationml/2006/main">
  <p:tag name="KSO_WM_DIAGRAM_VIRTUALLY_FRAME" val="{&quot;height&quot;:372,&quot;left&quot;:65,&quot;top&quot;:105,&quot;width&quot;:838}"/>
</p:tagLst>
</file>

<file path=ppt/tags/tag13.xml><?xml version="1.0" encoding="utf-8"?>
<p:tagLst xmlns:p="http://schemas.openxmlformats.org/presentationml/2006/main">
  <p:tag name="KSO_WM_DIAGRAM_VIRTUALLY_FRAME" val="{&quot;height&quot;:372,&quot;left&quot;:65,&quot;top&quot;:105,&quot;width&quot;:838}"/>
</p:tagLst>
</file>

<file path=ppt/tags/tag14.xml><?xml version="1.0" encoding="utf-8"?>
<p:tagLst xmlns:p="http://schemas.openxmlformats.org/presentationml/2006/main">
  <p:tag name="KSO_WM_DIAGRAM_VIRTUALLY_FRAME" val="{&quot;height&quot;:372,&quot;left&quot;:65,&quot;top&quot;:105,&quot;width&quot;:838}"/>
</p:tagLst>
</file>

<file path=ppt/tags/tag15.xml><?xml version="1.0" encoding="utf-8"?>
<p:tagLst xmlns:p="http://schemas.openxmlformats.org/presentationml/2006/main">
  <p:tag name="KSO_WM_DIAGRAM_VIRTUALLY_FRAME" val="{&quot;height&quot;:372,&quot;left&quot;:65,&quot;top&quot;:105,&quot;width&quot;:838}"/>
</p:tagLst>
</file>

<file path=ppt/tags/tag16.xml><?xml version="1.0" encoding="utf-8"?>
<p:tagLst xmlns:p="http://schemas.openxmlformats.org/presentationml/2006/main">
  <p:tag name="KSO_WM_DIAGRAM_VIRTUALLY_FRAME" val="{&quot;height&quot;:372,&quot;left&quot;:65,&quot;top&quot;:105,&quot;width&quot;:838}"/>
</p:tagLst>
</file>

<file path=ppt/tags/tag17.xml><?xml version="1.0" encoding="utf-8"?>
<p:tagLst xmlns:p="http://schemas.openxmlformats.org/presentationml/2006/main">
  <p:tag name="KSO_WM_DIAGRAM_VIRTUALLY_FRAME" val="{&quot;height&quot;:372,&quot;left&quot;:65,&quot;top&quot;:105,&quot;width&quot;:838}"/>
</p:tagLst>
</file>

<file path=ppt/tags/tag18.xml><?xml version="1.0" encoding="utf-8"?>
<p:tagLst xmlns:p="http://schemas.openxmlformats.org/presentationml/2006/main">
  <p:tag name="KSO_WM_DIAGRAM_VIRTUALLY_FRAME" val="{&quot;height&quot;:372,&quot;left&quot;:65,&quot;top&quot;:105,&quot;width&quot;:838}"/>
</p:tagLst>
</file>

<file path=ppt/tags/tag19.xml><?xml version="1.0" encoding="utf-8"?>
<p:tagLst xmlns:p="http://schemas.openxmlformats.org/presentationml/2006/main">
  <p:tag name="KSO_WM_DIAGRAM_VIRTUALLY_FRAME" val="{&quot;height&quot;:372,&quot;left&quot;:65,&quot;top&quot;:105,&quot;width&quot;:838}"/>
</p:tagLst>
</file>

<file path=ppt/tags/tag20.xml><?xml version="1.0" encoding="utf-8"?>
<p:tagLst xmlns:p="http://schemas.openxmlformats.org/presentationml/2006/main">
  <p:tag name="KSO_WM_DIAGRAM_VIRTUALLY_FRAME" val="{&quot;height&quot;:372,&quot;left&quot;:65,&quot;top&quot;:105,&quot;width&quot;:838}"/>
</p:tagLst>
</file>

<file path=ppt/tags/tag21.xml><?xml version="1.0" encoding="utf-8"?>
<p:tagLst xmlns:p="http://schemas.openxmlformats.org/presentationml/2006/main">
  <p:tag name="KSO_WM_DIAGRAM_VIRTUALLY_FRAME" val="{&quot;height&quot;:372,&quot;left&quot;:65,&quot;top&quot;:105,&quot;width&quot;:838}"/>
</p:tagLst>
</file>

<file path=ppt/tags/tag22.xml><?xml version="1.0" encoding="utf-8"?>
<p:tagLst xmlns:p="http://schemas.openxmlformats.org/presentationml/2006/main">
  <p:tag name="KSO_WM_DIAGRAM_VIRTUALLY_FRAME" val="{&quot;height&quot;:372,&quot;left&quot;:65,&quot;top&quot;:105,&quot;width&quot;:838}"/>
</p:tagLst>
</file>

<file path=ppt/tags/tag23.xml><?xml version="1.0" encoding="utf-8"?>
<p:tagLst xmlns:p="http://schemas.openxmlformats.org/presentationml/2006/main">
  <p:tag name="KSO_WM_DIAGRAM_VIRTUALLY_FRAME" val="{&quot;height&quot;:372,&quot;left&quot;:65,&quot;top&quot;:105,&quot;width&quot;:838}"/>
</p:tagLst>
</file>

<file path=ppt/tags/tag24.xml><?xml version="1.0" encoding="utf-8"?>
<p:tagLst xmlns:p="http://schemas.openxmlformats.org/presentationml/2006/main">
  <p:tag name="KSO_WM_DIAGRAM_VIRTUALLY_FRAME" val="{&quot;height&quot;:372,&quot;left&quot;:65,&quot;top&quot;:105,&quot;width&quot;:838}"/>
</p:tagLst>
</file>

<file path=ppt/tags/tag25.xml><?xml version="1.0" encoding="utf-8"?>
<p:tagLst xmlns:p="http://schemas.openxmlformats.org/presentationml/2006/main">
  <p:tag name="KSO_WM_DIAGRAM_VIRTUALLY_FRAME" val="{&quot;height&quot;:372,&quot;left&quot;:65,&quot;top&quot;:105,&quot;width&quot;:838}"/>
</p:tagLst>
</file>

<file path=ppt/tags/tag26.xml><?xml version="1.0" encoding="utf-8"?>
<p:tagLst xmlns:p="http://schemas.openxmlformats.org/presentationml/2006/main">
  <p:tag name="KSO_WM_DIAGRAM_VIRTUALLY_FRAME" val="{&quot;height&quot;:372,&quot;left&quot;:65,&quot;top&quot;:105,&quot;width&quot;:838}"/>
</p:tagLst>
</file>

<file path=ppt/tags/tag27.xml><?xml version="1.0" encoding="utf-8"?>
<p:tagLst xmlns:p="http://schemas.openxmlformats.org/presentationml/2006/main">
  <p:tag name="KSO_WM_DIAGRAM_VIRTUALLY_FRAME" val="{&quot;height&quot;:372,&quot;left&quot;:65,&quot;top&quot;:105,&quot;width&quot;:838}"/>
</p:tagLst>
</file>

<file path=ppt/tags/tag28.xml><?xml version="1.0" encoding="utf-8"?>
<p:tagLst xmlns:p="http://schemas.openxmlformats.org/presentationml/2006/main">
  <p:tag name="KSO_WM_DIAGRAM_VIRTUALLY_FRAME" val="{&quot;height&quot;:372,&quot;left&quot;:65,&quot;top&quot;:105,&quot;width&quot;:838}"/>
</p:tagLst>
</file>

<file path=ppt/tags/tag29.xml><?xml version="1.0" encoding="utf-8"?>
<p:tagLst xmlns:p="http://schemas.openxmlformats.org/presentationml/2006/main">
  <p:tag name="KSO_WM_DIAGRAM_VIRTUALLY_FRAME" val="{&quot;height&quot;:372,&quot;left&quot;:65,&quot;top&quot;:105,&quot;width&quot;:838}"/>
</p:tagLst>
</file>

<file path=ppt/tags/tag30.xml><?xml version="1.0" encoding="utf-8"?>
<p:tagLst xmlns:p="http://schemas.openxmlformats.org/presentationml/2006/main">
  <p:tag name="KSO_WM_DIAGRAM_VIRTUALLY_FRAME" val="{&quot;height&quot;:372,&quot;left&quot;:65,&quot;top&quot;:105,&quot;width&quot;:838}"/>
</p:tagLst>
</file>

<file path=ppt/tags/tag31.xml><?xml version="1.0" encoding="utf-8"?>
<p:tagLst xmlns:p="http://schemas.openxmlformats.org/presentationml/2006/main">
  <p:tag name="KSO_WM_DIAGRAM_VIRTUALLY_FRAME" val="{&quot;height&quot;:372,&quot;left&quot;:65,&quot;top&quot;:105,&quot;width&quot;:838}"/>
</p:tagLst>
</file>

<file path=ppt/tags/tag32.xml><?xml version="1.0" encoding="utf-8"?>
<p:tagLst xmlns:p="http://schemas.openxmlformats.org/presentationml/2006/main">
  <p:tag name="KSO_WM_DIAGRAM_VIRTUALLY_FRAME" val="{&quot;height&quot;:372,&quot;left&quot;:65,&quot;top&quot;:105,&quot;width&quot;:838}"/>
</p:tagLst>
</file>

<file path=ppt/tags/tag33.xml><?xml version="1.0" encoding="utf-8"?>
<p:tagLst xmlns:p="http://schemas.openxmlformats.org/presentationml/2006/main">
  <p:tag name="KSO_WM_DIAGRAM_VIRTUALLY_FRAME" val="{&quot;height&quot;:372,&quot;left&quot;:65,&quot;top&quot;:105,&quot;width&quot;:838}"/>
</p:tagLst>
</file>

<file path=ppt/tags/tag34.xml><?xml version="1.0" encoding="utf-8"?>
<p:tagLst xmlns:p="http://schemas.openxmlformats.org/presentationml/2006/main">
  <p:tag name="KSO_WM_DIAGRAM_VIRTUALLY_FRAME" val="{&quot;height&quot;:372,&quot;left&quot;:65,&quot;top&quot;:105,&quot;width&quot;:838}"/>
</p:tagLst>
</file>

<file path=ppt/tags/tag35.xml><?xml version="1.0" encoding="utf-8"?>
<p:tagLst xmlns:p="http://schemas.openxmlformats.org/presentationml/2006/main">
  <p:tag name="TABLE_ENDDRAG_ORIGIN_RECT" val="498*157"/>
  <p:tag name="TABLE_ENDDRAG_RECT" val="419*377*498*157"/>
</p:tagLst>
</file>

<file path=ppt/tags/tag36.xml><?xml version="1.0" encoding="utf-8"?>
<p:tagLst xmlns:p="http://schemas.openxmlformats.org/presentationml/2006/main">
  <p:tag name="KSO_WM_SLIDE_ID" val="custom20235029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5029"/>
  <p:tag name="KSO_WM_SLIDE_LAYOUT" val="a_β"/>
  <p:tag name="KSO_WM_SLIDE_LAYOUT_CNT" val="1_1"/>
  <p:tag name="KSO_WM_SLIDE_SIZE" val="857*477"/>
  <p:tag name="KSO_WM_SLIDE_POSITION" val="51*28"/>
  <p:tag name="resource_record_key" val="{&quot;29&quot;:[50052423],&quot;65&quot;:[20235029]}"/>
</p:tagLst>
</file>

<file path=ppt/tags/tag3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5029_1*a*1"/>
  <p:tag name="KSO_WM_TEMPLATE_CATEGORY" val="custom"/>
  <p:tag name="KSO_WM_TEMPLATE_INDEX" val="20235029"/>
  <p:tag name="KSO_WM_UNIT_LAYERLEVEL" val="1"/>
  <p:tag name="KSO_WM_TAG_VERSION" val="3.0"/>
  <p:tag name="KSO_WM_BEAUTIFY_FLAG" val="#wm#"/>
  <p:tag name="KSO_WM_UNIT_VALUE" val="29"/>
  <p:tag name="KSO_WM_UNIT_TEXT_TYPE" val="1"/>
  <p:tag name="KSO_WM_UNIT_PRESET_TEXT" val="单击此处添加标题"/>
</p:tagLst>
</file>

<file path=ppt/tags/tag38.xml><?xml version="1.0" encoding="utf-8"?>
<p:tagLst xmlns:p="http://schemas.openxmlformats.org/presentationml/2006/main">
  <p:tag name="KSO_WM_SLIDE_ID" val="custom20235029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5029"/>
  <p:tag name="KSO_WM_SLIDE_LAYOUT" val="a_β"/>
  <p:tag name="KSO_WM_SLIDE_LAYOUT_CNT" val="1_1"/>
  <p:tag name="KSO_WM_SLIDE_SIZE" val="857*477"/>
  <p:tag name="KSO_WM_SLIDE_POSITION" val="51*28"/>
</p:tagLst>
</file>

<file path=ppt/tags/tag3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5029_1*a*1"/>
  <p:tag name="KSO_WM_TEMPLATE_CATEGORY" val="custom"/>
  <p:tag name="KSO_WM_TEMPLATE_INDEX" val="20235029"/>
  <p:tag name="KSO_WM_UNIT_LAYERLEVEL" val="1"/>
  <p:tag name="KSO_WM_TAG_VERSION" val="3.0"/>
  <p:tag name="KSO_WM_BEAUTIFY_FLAG" val="#wm#"/>
  <p:tag name="KSO_WM_UNIT_VALUE" val="29"/>
  <p:tag name="KSO_WM_UNIT_TEXT_TYPE" val="1"/>
  <p:tag name="KSO_WM_UNIT_PRESET_TEXT" val="单击此处添加标题"/>
</p:tagLst>
</file>

<file path=ppt/tags/tag40.xml><?xml version="1.0" encoding="utf-8"?>
<p:tagLst xmlns:p="http://schemas.openxmlformats.org/presentationml/2006/main">
  <p:tag name="KSO_WM_SLIDE_ID" val="custom20235029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5029"/>
  <p:tag name="KSO_WM_SLIDE_LAYOUT" val="a_β"/>
  <p:tag name="KSO_WM_SLIDE_LAYOUT_CNT" val="1_1"/>
  <p:tag name="KSO_WM_SLIDE_SIZE" val="857*477"/>
  <p:tag name="KSO_WM_SLIDE_POSITION" val="51*28"/>
</p:tagLst>
</file>

<file path=ppt/tags/tag4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5029_1*a*1"/>
  <p:tag name="KSO_WM_TEMPLATE_CATEGORY" val="custom"/>
  <p:tag name="KSO_WM_TEMPLATE_INDEX" val="20235029"/>
  <p:tag name="KSO_WM_UNIT_LAYERLEVEL" val="1"/>
  <p:tag name="KSO_WM_TAG_VERSION" val="3.0"/>
  <p:tag name="KSO_WM_BEAUTIFY_FLAG" val="#wm#"/>
  <p:tag name="KSO_WM_UNIT_VALUE" val="29"/>
  <p:tag name="KSO_WM_UNIT_TEXT_TYPE" val="1"/>
  <p:tag name="KSO_WM_UNIT_PRESET_TEXT" val="单击此处添加标题"/>
</p:tagLst>
</file>

<file path=ppt/tags/tag42.xml><?xml version="1.0" encoding="utf-8"?>
<p:tagLst xmlns:p="http://schemas.openxmlformats.org/presentationml/2006/main">
  <p:tag name="KSO_WM_SLIDE_ID" val="custom20235029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5029"/>
  <p:tag name="KSO_WM_SLIDE_LAYOUT" val="a_β"/>
  <p:tag name="KSO_WM_SLIDE_LAYOUT_CNT" val="1_1"/>
  <p:tag name="KSO_WM_SLIDE_SIZE" val="857*477"/>
  <p:tag name="KSO_WM_SLIDE_POSITION" val="51*28"/>
</p:tagLst>
</file>

<file path=ppt/tags/tag4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5029_1*a*1"/>
  <p:tag name="KSO_WM_TEMPLATE_CATEGORY" val="custom"/>
  <p:tag name="KSO_WM_TEMPLATE_INDEX" val="20235029"/>
  <p:tag name="KSO_WM_UNIT_LAYERLEVEL" val="1"/>
  <p:tag name="KSO_WM_TAG_VERSION" val="3.0"/>
  <p:tag name="KSO_WM_BEAUTIFY_FLAG" val="#wm#"/>
  <p:tag name="KSO_WM_UNIT_VALUE" val="29"/>
  <p:tag name="KSO_WM_UNIT_TEXT_TYPE" val="1"/>
  <p:tag name="KSO_WM_UNIT_PRESET_TEXT" val="单击此处添加标题"/>
</p:tagLst>
</file>

<file path=ppt/tags/tag44.xml><?xml version="1.0" encoding="utf-8"?>
<p:tagLst xmlns:p="http://schemas.openxmlformats.org/presentationml/2006/main">
  <p:tag name="KSO_WM_SLIDE_ID" val="custom20235029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5029"/>
  <p:tag name="KSO_WM_SLIDE_LAYOUT" val="a_β"/>
  <p:tag name="KSO_WM_SLIDE_LAYOUT_CNT" val="1_1"/>
  <p:tag name="KSO_WM_SLIDE_SIZE" val="857*477"/>
  <p:tag name="KSO_WM_SLIDE_POSITION" val="51*28"/>
</p:tagLst>
</file>

<file path=ppt/tags/tag4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5029_1*a*1"/>
  <p:tag name="KSO_WM_TEMPLATE_CATEGORY" val="custom"/>
  <p:tag name="KSO_WM_TEMPLATE_INDEX" val="20235029"/>
  <p:tag name="KSO_WM_UNIT_LAYERLEVEL" val="1"/>
  <p:tag name="KSO_WM_TAG_VERSION" val="3.0"/>
  <p:tag name="KSO_WM_BEAUTIFY_FLAG" val="#wm#"/>
  <p:tag name="KSO_WM_UNIT_VALUE" val="29"/>
  <p:tag name="KSO_WM_UNIT_TEXT_TYPE" val="1"/>
  <p:tag name="KSO_WM_UNIT_PRESET_TEXT" val="单击此处添加标题"/>
</p:tagLst>
</file>

<file path=ppt/tags/tag46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3_1"/>
  <p:tag name="KSO_WM_UNIT_ID" val="diagram20230939_3*m_h_f*1_3_1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21.15000305175784,&quot;left&quot;:46.5,&quot;top&quot;:168.0999969482422,&quot;width&quot;:86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60"/>
  <p:tag name="KSO_WM_UNIT_TEXT_TYPE" val="1"/>
  <p:tag name="KSO_WM_UNIT_TEXT_LAYER_COUNT" val="1"/>
  <p:tag name="KSO_WM_BEAUTIFY_FLAG" val="#wm#"/>
  <p:tag name="KSO_WM_UNIT_PRESET_TEXT" val="单击此处添加正文，文字是您思想的提炼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47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4_1"/>
  <p:tag name="KSO_WM_UNIT_ID" val="diagram20230939_3*m_h_f*1_4_1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21.15000305175784,&quot;left&quot;:46.5,&quot;top&quot;:168.0999969482422,&quot;width&quot;:86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60"/>
  <p:tag name="KSO_WM_UNIT_TEXT_TYPE" val="1"/>
  <p:tag name="KSO_WM_UNIT_TEXT_LAYER_COUNT" val="1"/>
  <p:tag name="KSO_WM_BEAUTIFY_FLAG" val="#wm#"/>
  <p:tag name="KSO_WM_UNIT_PRESET_TEXT" val="单击此处添加你的文本具体内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48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230939_3*m_h_f*1_1_1"/>
  <p:tag name="KSO_WM_TEMPLATE_CATEGORY" val="diagram"/>
  <p:tag name="KSO_WM_TEMPLATE_INDEX" val="20230939"/>
  <p:tag name="KSO_WM_UNIT_LAYERLEVEL" val="1_1_1"/>
  <p:tag name="KSO_WM_TAG_VERSION" val="3.0"/>
  <p:tag name="KSO_WM_UNIT_VALUE" val="65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21.15000305175784,&quot;left&quot;:46.5,&quot;top&quot;:168.0999969482422,&quot;width&quot;:86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添加正文，文字是您思想的提炼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49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2_1"/>
  <p:tag name="KSO_WM_UNIT_ID" val="diagram20230939_3*m_h_f*1_2_1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21.15000305175784,&quot;left&quot;:46.5,&quot;top&quot;:168.0999969482422,&quot;width&quot;:86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60"/>
  <p:tag name="KSO_WM_UNIT_TEXT_TYPE" val="1"/>
  <p:tag name="KSO_WM_UNIT_TEXT_LAYER_COUNT" val="1"/>
  <p:tag name="KSO_WM_BEAUTIFY_FLAG" val="#wm#"/>
  <p:tag name="KSO_WM_UNIT_PRESET_TEXT" val="单击此处添加你的文本具体内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3*m_h_i*1_3_2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3_2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21.15000305175784,&quot;left&quot;:46.5,&quot;top&quot;:168.0999969482422,&quot;width&quot;:867}"/>
  <p:tag name="KSO_WM_DIAGRAM_COLOR_MATCH_VALUE" val="{&quot;shape&quot;:{&quot;fill&quot;:{&quot;solid&quot;:{&quot;brightness&quot;:0,&quot;colorType&quot;:1,&quot;foreColorIndex&quot;:7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7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3*m_h_a*1_3_2"/>
  <p:tag name="KSO_WM_TEMPLATE_CATEGORY" val="diagram"/>
  <p:tag name="KSO_WM_TEMPLATE_INDEX" val="20230939"/>
  <p:tag name="KSO_WM_UNIT_LAYERLEVEL" val="1_1_1"/>
  <p:tag name="KSO_WM_TAG_VERSION" val="3.0"/>
  <p:tag name="KSO_WM_UNIT_ISCONTENTSTITLE" val="0"/>
  <p:tag name="KSO_WM_UNIT_ISNUMDGMTITLE" val="0"/>
  <p:tag name="KSO_WM_UNIT_NOCLEAR" val="0"/>
  <p:tag name="KSO_WM_UNIT_TYPE" val="m_h_a"/>
  <p:tag name="KSO_WM_UNIT_INDEX" val="1_3_2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21.15000305175784,&quot;left&quot;:46.5,&quot;top&quot;:168.0999969482422,&quot;width&quot;:867}"/>
  <p:tag name="KSO_WM_DIAGRAM_COLOR_MATCH_VALUE" val="{&quot;shape&quot;:{&quot;fill&quot;:{&quot;solid&quot;:{&quot;brightness&quot;:0,&quot;colorType&quot;:1,&quot;foreColorIndex&quot;:7,&quot;transparency&quot;:0},&quot;type&quot;:1},&quot;glow&quot;:{&quot;colorType&quot;:0},&quot;line&quot;:{&quot;type&quot;:0},&quot;shadow&quot;:{&quot;brightness&quot;:0.800000011920929,&quot;colorType&quot;:1,&quot;foreColorIndex&quot;:7,&quot;transparency&quot;:0.400000005960464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添加标题"/>
  <p:tag name="KSO_WM_UNIT_FILL_TYPE" val="1"/>
  <p:tag name="KSO_WM_UNIT_FILL_FORE_SCHEMECOLOR_INDEX" val="7"/>
  <p:tag name="KSO_WM_UNIT_FILL_FORE_SCHEMECOLOR_INDEX_BRIGHTNESS" val="0"/>
  <p:tag name="KSO_WM_UNIT_TEXT_TYPE" val="1"/>
  <p:tag name="KSO_WM_DIAGRAM_USE_COLOR_VALUE" val="{&quot;color_scheme&quot;:1,&quot;color_type&quot;:1,&quot;theme_color_indexes&quot;:[5,6,5,6,5,6]}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3*m_h_i*1_3_1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3_1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21.15000305175784,&quot;left&quot;:46.5,&quot;top&quot;:168.0999969482422,&quot;width&quot;:867}"/>
  <p:tag name="KSO_WM_DIAGRAM_COLOR_MATCH_VALUE" val="{&quot;shape&quot;:{&quot;fill&quot;:{&quot;type&quot;:0},&quot;glow&quot;:{&quot;colorType&quot;:0},&quot;line&quot;:{&quot;gradient&quot;:[{&quot;brightness&quot;:0,&quot;colorType&quot;:2,&quot;pos&quot;:0,&quot;rgb&quot;:&quot;#ffffff&quot;,&quot;transparency&quot;:0.550000011920929},{&quot;brightness&quot;:0,&quot;colorType&quot;:2,&quot;pos&quot;:1,&quot;rgb&quot;:&quot;#ffffff&quot;,&quot;transparency&quot;:0.550000011920929},{&quot;brightness&quot;:0,&quot;colorType&quot;:2,&quot;pos&quot;:0.75,&quot;rgb&quot;:&quot;#ffffff&quot;,&quot;transparency&quot;:1},{&quot;brightness&quot;:0,&quot;colorType&quot;:2,&quot;pos&quot;:0.25,&quot;rgb&quot;:&quot;#ffffff&quot;,&quot;transparency&quot;:1}],&quot;type&quot;:2},&quot;shadow&quot;:{&quot;brightness&quot;:-0.25,&quot;colorType&quot;:1,&quot;foreColorIndex&quot;:7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USE_COLOR_VALUE" val="{&quot;color_scheme&quot;:1,&quot;color_type&quot;:1,&quot;theme_color_indexes&quot;:[5,6,5,6,5,6]}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3*m_h_i*1_3_3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3_3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21.15000305175784,&quot;left&quot;:46.5,&quot;top&quot;:168.0999969482422,&quot;width&quot;:867}"/>
  <p:tag name="KSO_WM_DIAGRAM_COLOR_MATCH_VALUE" val="{&quot;shape&quot;:{&quot;fill&quot;:{&quot;type&quot;:0},&quot;glow&quot;:{&quot;colorType&quot;:0},&quot;line&quot;:{&quot;solidLine&quot;:{&quot;brightness&quot;:0,&quot;colorType&quot;:1,&quot;foreColorIndex&quot;:7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7"/>
  <p:tag name="KSO_WM_DIAGRAM_USE_COLOR_VALUE" val="{&quot;color_scheme&quot;:1,&quot;color_type&quot;:1,&quot;theme_color_indexes&quot;:[5,6,5,6,5,6]}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3*m_h_i*1_4_2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4_2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21.15000305175784,&quot;left&quot;:46.5,&quot;top&quot;:168.0999969482422,&quot;width&quot;:867}"/>
  <p:tag name="KSO_WM_DIAGRAM_COLOR_MATCH_VALUE" val="{&quot;shape&quot;:{&quot;fill&quot;:{&quot;solid&quot;:{&quot;brightness&quot;:0,&quot;colorType&quot;:1,&quot;foreColorIndex&quot;:8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8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3*m_h_a*1_4_2"/>
  <p:tag name="KSO_WM_TEMPLATE_CATEGORY" val="diagram"/>
  <p:tag name="KSO_WM_TEMPLATE_INDEX" val="20230939"/>
  <p:tag name="KSO_WM_UNIT_LAYERLEVEL" val="1_1_1"/>
  <p:tag name="KSO_WM_TAG_VERSION" val="3.0"/>
  <p:tag name="KSO_WM_UNIT_ISCONTENTSTITLE" val="0"/>
  <p:tag name="KSO_WM_UNIT_ISNUMDGMTITLE" val="0"/>
  <p:tag name="KSO_WM_UNIT_NOCLEAR" val="0"/>
  <p:tag name="KSO_WM_UNIT_TYPE" val="m_h_a"/>
  <p:tag name="KSO_WM_UNIT_INDEX" val="1_4_2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21.15000305175784,&quot;left&quot;:46.5,&quot;top&quot;:168.0999969482422,&quot;width&quot;:867}"/>
  <p:tag name="KSO_WM_DIAGRAM_COLOR_MATCH_VALUE" val="{&quot;shape&quot;:{&quot;fill&quot;:{&quot;solid&quot;:{&quot;brightness&quot;:0,&quot;colorType&quot;:1,&quot;foreColorIndex&quot;:8,&quot;transparency&quot;:0},&quot;type&quot;:1},&quot;glow&quot;:{&quot;colorType&quot;:0},&quot;line&quot;:{&quot;type&quot;:0},&quot;shadow&quot;:{&quot;brightness&quot;:0.800000011920929,&quot;colorType&quot;:1,&quot;foreColorIndex&quot;:7,&quot;transparency&quot;:0.400000005960464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添加标题"/>
  <p:tag name="KSO_WM_UNIT_FILL_TYPE" val="1"/>
  <p:tag name="KSO_WM_UNIT_FILL_FORE_SCHEMECOLOR_INDEX" val="8"/>
  <p:tag name="KSO_WM_UNIT_FILL_FORE_SCHEMECOLOR_INDEX_BRIGHTNESS" val="0"/>
  <p:tag name="KSO_WM_UNIT_TEXT_TYPE" val="1"/>
  <p:tag name="KSO_WM_DIAGRAM_USE_COLOR_VALUE" val="{&quot;color_scheme&quot;:1,&quot;color_type&quot;:1,&quot;theme_color_indexes&quot;:[5,6,5,6,5,6]}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3*m_h_i*1_4_1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4_1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21.15000305175784,&quot;left&quot;:46.5,&quot;top&quot;:168.0999969482422,&quot;width&quot;:867}"/>
  <p:tag name="KSO_WM_DIAGRAM_COLOR_MATCH_VALUE" val="{&quot;shape&quot;:{&quot;fill&quot;:{&quot;type&quot;:0},&quot;glow&quot;:{&quot;colorType&quot;:0},&quot;line&quot;:{&quot;gradient&quot;:[{&quot;brightness&quot;:0,&quot;colorType&quot;:2,&quot;pos&quot;:0,&quot;rgb&quot;:&quot;#ffffff&quot;,&quot;transparency&quot;:0.550000011920929},{&quot;brightness&quot;:0,&quot;colorType&quot;:2,&quot;pos&quot;:1,&quot;rgb&quot;:&quot;#ffffff&quot;,&quot;transparency&quot;:0.550000011920929},{&quot;brightness&quot;:0,&quot;colorType&quot;:2,&quot;pos&quot;:0.75,&quot;rgb&quot;:&quot;#ffffff&quot;,&quot;transparency&quot;:1},{&quot;brightness&quot;:0,&quot;colorType&quot;:2,&quot;pos&quot;:0.25,&quot;rgb&quot;:&quot;#ffffff&quot;,&quot;transparency&quot;:1}],&quot;type&quot;:2},&quot;shadow&quot;:{&quot;brightness&quot;:-0.25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USE_COLOR_VALUE" val="{&quot;color_scheme&quot;:1,&quot;color_type&quot;:1,&quot;theme_color_indexes&quot;:[5,6,5,6,5,6]}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3*m_h_i*1_4_3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4_3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21.15000305175784,&quot;left&quot;:46.5,&quot;top&quot;:168.0999969482422,&quot;width&quot;:867}"/>
  <p:tag name="KSO_WM_DIAGRAM_COLOR_MATCH_VALUE" val="{&quot;shape&quot;:{&quot;fill&quot;:{&quot;type&quot;:0},&quot;glow&quot;:{&quot;colorType&quot;:0},&quot;line&quot;:{&quot;solidLine&quot;:{&quot;brightness&quot;:0,&quot;colorType&quot;:1,&quot;foreColorIndex&quot;:8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8"/>
  <p:tag name="KSO_WM_DIAGRAM_USE_COLOR_VALUE" val="{&quot;color_scheme&quot;:1,&quot;color_type&quot;:1,&quot;theme_color_indexes&quot;:[5,6,5,6,5,6]}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3*m_h_i*1_1_2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1_2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21.15000305175784,&quot;left&quot;:46.5,&quot;top&quot;:168.0999969482422,&quot;width&quot;:867}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3*m_h_a*1_1_2"/>
  <p:tag name="KSO_WM_TEMPLATE_CATEGORY" val="diagram"/>
  <p:tag name="KSO_WM_TEMPLATE_INDEX" val="20230939"/>
  <p:tag name="KSO_WM_UNIT_LAYERLEVEL" val="1_1_1"/>
  <p:tag name="KSO_WM_TAG_VERSION" val="3.0"/>
  <p:tag name="KSO_WM_UNIT_ISCONTENTSTITLE" val="0"/>
  <p:tag name="KSO_WM_UNIT_ISNUMDGMTITLE" val="0"/>
  <p:tag name="KSO_WM_UNIT_NOCLEAR" val="0"/>
  <p:tag name="KSO_WM_UNIT_TYPE" val="m_h_a"/>
  <p:tag name="KSO_WM_UNIT_INDEX" val="1_1_2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21.15000305175784,&quot;left&quot;:46.5,&quot;top&quot;:168.0999969482422,&quot;width&quot;:867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.800000011920929,&quot;colorType&quot;:1,&quot;foreColorIndex&quot;:5,&quot;transparency&quot;:0.400000005960464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添加标题"/>
  <p:tag name="KSO_WM_UNIT_FILL_TYPE" val="1"/>
  <p:tag name="KSO_WM_UNIT_FILL_FORE_SCHEMECOLOR_INDEX" val="5"/>
  <p:tag name="KSO_WM_UNIT_FILL_FORE_SCHEMECOLOR_INDEX_BRIGHTNESS" val="0"/>
  <p:tag name="KSO_WM_UNIT_TEXT_TYPE" val="1"/>
  <p:tag name="KSO_WM_DIAGRAM_USE_COLOR_VALUE" val="{&quot;color_scheme&quot;:1,&quot;color_type&quot;:1,&quot;theme_color_indexes&quot;:[5,6,5,6,5,6]}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3*m_h_i*1_1_1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1_1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21.15000305175784,&quot;left&quot;:46.5,&quot;top&quot;:168.0999969482422,&quot;width&quot;:867}"/>
  <p:tag name="KSO_WM_DIAGRAM_COLOR_MATCH_VALUE" val="{&quot;shape&quot;:{&quot;fill&quot;:{&quot;type&quot;:0},&quot;glow&quot;:{&quot;colorType&quot;:0},&quot;line&quot;:{&quot;gradient&quot;:[{&quot;brightness&quot;:0,&quot;colorType&quot;:2,&quot;pos&quot;:0,&quot;rgb&quot;:&quot;#ffffff&quot;,&quot;transparency&quot;:0.550000011920929},{&quot;brightness&quot;:0,&quot;colorType&quot;:2,&quot;pos&quot;:1,&quot;rgb&quot;:&quot;#ffffff&quot;,&quot;transparency&quot;:0.550000011920929},{&quot;brightness&quot;:0,&quot;colorType&quot;:2,&quot;pos&quot;:0.75,&quot;rgb&quot;:&quot;#ffffff&quot;,&quot;transparency&quot;:1},{&quot;brightness&quot;:0,&quot;colorType&quot;:2,&quot;pos&quot;:0.25,&quot;rgb&quot;:&quot;#ffffff&quot;,&quot;transparency&quot;:1}],&quot;type&quot;:2},&quot;shadow&quot;:{&quot;brightness&quot;:-0.25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USE_COLOR_VALUE" val="{&quot;color_scheme&quot;:1,&quot;color_type&quot;:1,&quot;theme_color_indexes&quot;:[5,6,5,6,5,6]}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3*m_h_i*1_1_3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1_3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21.15000305175784,&quot;left&quot;:46.5,&quot;top&quot;:168.0999969482422,&quot;width&quot;:867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3*m_h_i*1_2_2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2_2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21.15000305175784,&quot;left&quot;:46.5,&quot;top&quot;:168.0999969482422,&quot;width&quot;:867}"/>
  <p:tag name="KSO_WM_DIAGRAM_COLOR_MATCH_VALUE" val="{&quot;shape&quot;:{&quot;fill&quot;:{&quot;solid&quot;:{&quot;brightness&quot;:0,&quot;colorType&quot;:1,&quot;foreColorIndex&quot;:6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6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3*m_h_a*1_2_2"/>
  <p:tag name="KSO_WM_TEMPLATE_CATEGORY" val="diagram"/>
  <p:tag name="KSO_WM_TEMPLATE_INDEX" val="20230939"/>
  <p:tag name="KSO_WM_UNIT_LAYERLEVEL" val="1_1_1"/>
  <p:tag name="KSO_WM_TAG_VERSION" val="3.0"/>
  <p:tag name="KSO_WM_UNIT_ISCONTENTSTITLE" val="0"/>
  <p:tag name="KSO_WM_UNIT_ISNUMDGMTITLE" val="0"/>
  <p:tag name="KSO_WM_UNIT_NOCLEAR" val="0"/>
  <p:tag name="KSO_WM_UNIT_TYPE" val="m_h_a"/>
  <p:tag name="KSO_WM_UNIT_INDEX" val="1_2_2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21.15000305175784,&quot;left&quot;:46.5,&quot;top&quot;:168.0999969482422,&quot;width&quot;:867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brightness&quot;:0.800000011920929,&quot;colorType&quot;:1,&quot;foreColorIndex&quot;:6,&quot;transparency&quot;:0.400000005960464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添加标题"/>
  <p:tag name="KSO_WM_UNIT_FILL_TYPE" val="1"/>
  <p:tag name="KSO_WM_UNIT_FILL_FORE_SCHEMECOLOR_INDEX" val="6"/>
  <p:tag name="KSO_WM_UNIT_FILL_FORE_SCHEMECOLOR_INDEX_BRIGHTNESS" val="0"/>
  <p:tag name="KSO_WM_UNIT_TEXT_TYPE" val="1"/>
  <p:tag name="KSO_WM_DIAGRAM_USE_COLOR_VALUE" val="{&quot;color_scheme&quot;:1,&quot;color_type&quot;:1,&quot;theme_color_indexes&quot;:[5,6,5,6,5,6]}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3*m_h_i*1_2_1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2_1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21.15000305175784,&quot;left&quot;:46.5,&quot;top&quot;:168.0999969482422,&quot;width&quot;:867}"/>
  <p:tag name="KSO_WM_DIAGRAM_COLOR_MATCH_VALUE" val="{&quot;shape&quot;:{&quot;fill&quot;:{&quot;type&quot;:0},&quot;glow&quot;:{&quot;colorType&quot;:0},&quot;line&quot;:{&quot;gradient&quot;:[{&quot;brightness&quot;:0,&quot;colorType&quot;:2,&quot;pos&quot;:0,&quot;rgb&quot;:&quot;#ffffff&quot;,&quot;transparency&quot;:0.550000011920929},{&quot;brightness&quot;:0,&quot;colorType&quot;:2,&quot;pos&quot;:1,&quot;rgb&quot;:&quot;#ffffff&quot;,&quot;transparency&quot;:0.550000011920929},{&quot;brightness&quot;:0,&quot;colorType&quot;:2,&quot;pos&quot;:0.75,&quot;rgb&quot;:&quot;#ffffff&quot;,&quot;transparency&quot;:1},{&quot;brightness&quot;:0,&quot;colorType&quot;:2,&quot;pos&quot;:0.25,&quot;rgb&quot;:&quot;#ffffff&quot;,&quot;transparency&quot;:1}],&quot;type&quot;:2},&quot;shadow&quot;:{&quot;brightness&quot;:-0.25,&quot;colorType&quot;:1,&quot;foreColorIndex&quot;:6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USE_COLOR_VALUE" val="{&quot;color_scheme&quot;:1,&quot;color_type&quot;:1,&quot;theme_color_indexes&quot;:[5,6,5,6,5,6]}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3*m_h_i*1_2_3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2_3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21.15000305175784,&quot;left&quot;:46.5,&quot;top&quot;:168.0999969482422,&quot;width&quot;:867}"/>
  <p:tag name="KSO_WM_DIAGRAM_COLOR_MATCH_VALUE" val="{&quot;shape&quot;:{&quot;fill&quot;:{&quot;type&quot;:0},&quot;glow&quot;:{&quot;colorType&quot;:0},&quot;line&quot;:{&quot;solidLine&quot;:{&quot;brightness&quot;:0,&quot;colorType&quot;:1,&quot;foreColorIndex&quot;:6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6"/>
  <p:tag name="KSO_WM_DIAGRAM_USE_COLOR_VALUE" val="{&quot;color_scheme&quot;:1,&quot;color_type&quot;:1,&quot;theme_color_indexes&quot;:[5,6,5,6,5,6]}"/>
</p:tagLst>
</file>

<file path=ppt/tags/tag66.xml><?xml version="1.0" encoding="utf-8"?>
<p:tagLst xmlns:p="http://schemas.openxmlformats.org/presentationml/2006/main">
  <p:tag name="KSO_WM_DIAGRAM_VERSION" val="3"/>
  <p:tag name="KSO_WM_DIAGRAM_COLOR_TRICK" val="4"/>
  <p:tag name="KSO_WM_DIAGRAM_COLOR_TEXT_CAN_REMOVE" val="n"/>
  <p:tag name="KSO_WM_UNIT_VALUE" val="82*76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x"/>
  <p:tag name="KSO_WM_UNIT_INDEX" val="1_1_1"/>
  <p:tag name="KSO_WM_UNIT_ID" val="diagram20230939_3*m_h_x*1_1_1"/>
  <p:tag name="KSO_WM_TEMPLATE_CATEGORY" val="diagram"/>
  <p:tag name="KSO_WM_TEMPLATE_INDEX" val="20230939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21.15000305175784,&quot;left&quot;:46.5,&quot;top&quot;:168.0999969482422,&quot;width&quot;:867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DIAGRAM_USE_COLOR_VALUE" val="{&quot;color_scheme&quot;:1,&quot;color_type&quot;:1,&quot;theme_color_indexes&quot;:[5,6,5,6,5,6]}"/>
</p:tagLst>
</file>

<file path=ppt/tags/tag67.xml><?xml version="1.0" encoding="utf-8"?>
<p:tagLst xmlns:p="http://schemas.openxmlformats.org/presentationml/2006/main">
  <p:tag name="KSO_WM_DIAGRAM_VERSION" val="3"/>
  <p:tag name="KSO_WM_DIAGRAM_COLOR_TRICK" val="4"/>
  <p:tag name="KSO_WM_DIAGRAM_COLOR_TEXT_CAN_REMOVE" val="n"/>
  <p:tag name="KSO_WM_UNIT_VALUE" val="86*73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x"/>
  <p:tag name="KSO_WM_UNIT_INDEX" val="1_2_1"/>
  <p:tag name="KSO_WM_UNIT_ID" val="diagram20230939_3*m_h_x*1_2_1"/>
  <p:tag name="KSO_WM_TEMPLATE_CATEGORY" val="diagram"/>
  <p:tag name="KSO_WM_TEMPLATE_INDEX" val="20230939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21.15000305175784,&quot;left&quot;:46.5,&quot;top&quot;:168.0999969482422,&quot;width&quot;:867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DIAGRAM_USE_COLOR_VALUE" val="{&quot;color_scheme&quot;:1,&quot;color_type&quot;:1,&quot;theme_color_indexes&quot;:[5,6,5,6,5,6]}"/>
</p:tagLst>
</file>

<file path=ppt/tags/tag68.xml><?xml version="1.0" encoding="utf-8"?>
<p:tagLst xmlns:p="http://schemas.openxmlformats.org/presentationml/2006/main">
  <p:tag name="KSO_WM_DIAGRAM_VERSION" val="3"/>
  <p:tag name="KSO_WM_DIAGRAM_COLOR_TRICK" val="4"/>
  <p:tag name="KSO_WM_DIAGRAM_COLOR_TEXT_CAN_REMOVE" val="n"/>
  <p:tag name="KSO_WM_UNIT_VALUE" val="80*86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x"/>
  <p:tag name="KSO_WM_UNIT_INDEX" val="1_3_1"/>
  <p:tag name="KSO_WM_UNIT_ID" val="diagram20230939_3*m_h_x*1_3_1"/>
  <p:tag name="KSO_WM_TEMPLATE_CATEGORY" val="diagram"/>
  <p:tag name="KSO_WM_TEMPLATE_INDEX" val="20230939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21.15000305175784,&quot;left&quot;:46.5,&quot;top&quot;:168.0999969482422,&quot;width&quot;:867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DIAGRAM_USE_COLOR_VALUE" val="{&quot;color_scheme&quot;:1,&quot;color_type&quot;:1,&quot;theme_color_indexes&quot;:[5,6,5,6,5,6]}"/>
</p:tagLst>
</file>

<file path=ppt/tags/tag69.xml><?xml version="1.0" encoding="utf-8"?>
<p:tagLst xmlns:p="http://schemas.openxmlformats.org/presentationml/2006/main">
  <p:tag name="KSO_WM_DIAGRAM_VERSION" val="3"/>
  <p:tag name="KSO_WM_DIAGRAM_COLOR_TRICK" val="4"/>
  <p:tag name="KSO_WM_DIAGRAM_COLOR_TEXT_CAN_REMOVE" val="n"/>
  <p:tag name="KSO_WM_UNIT_VALUE" val="83*86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x"/>
  <p:tag name="KSO_WM_UNIT_INDEX" val="1_4_1"/>
  <p:tag name="KSO_WM_UNIT_ID" val="diagram20230939_3*m_h_x*1_4_1"/>
  <p:tag name="KSO_WM_TEMPLATE_CATEGORY" val="diagram"/>
  <p:tag name="KSO_WM_TEMPLATE_INDEX" val="20230939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21.15000305175784,&quot;left&quot;:46.5,&quot;top&quot;:168.0999969482422,&quot;width&quot;:867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DIAGRAM_USE_COLOR_VALUE" val="{&quot;color_scheme&quot;:1,&quot;color_type&quot;:1,&quot;theme_color_indexes&quot;:[5,6,5,6,5,6]}"/>
</p:tagLst>
</file>

<file path=ppt/tags/tag70.xml><?xml version="1.0" encoding="utf-8"?>
<p:tagLst xmlns:p="http://schemas.openxmlformats.org/presentationml/2006/main">
  <p:tag name="KSO_WM_SLIDE_ID" val="custom20235029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5029"/>
  <p:tag name="KSO_WM_SLIDE_LAYOUT" val="a_β"/>
  <p:tag name="KSO_WM_SLIDE_LAYOUT_CNT" val="1_1"/>
  <p:tag name="KSO_WM_SLIDE_SIZE" val="857*477"/>
  <p:tag name="KSO_WM_SLIDE_POSITION" val="51*28"/>
  <p:tag name="resource_record_key" val="{&quot;65&quot;:[20235029],&quot;70&quot;:[3312357]}"/>
</p:tagLst>
</file>

<file path=ppt/tags/tag7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5029_1*a*1"/>
  <p:tag name="KSO_WM_TEMPLATE_CATEGORY" val="custom"/>
  <p:tag name="KSO_WM_TEMPLATE_INDEX" val="20235029"/>
  <p:tag name="KSO_WM_UNIT_LAYERLEVEL" val="1"/>
  <p:tag name="KSO_WM_TAG_VERSION" val="3.0"/>
  <p:tag name="KSO_WM_BEAUTIFY_FLAG" val="#wm#"/>
  <p:tag name="KSO_WM_UNIT_VALUE" val="29"/>
  <p:tag name="KSO_WM_UNIT_TEXT_TYPE" val="1"/>
  <p:tag name="KSO_WM_UNIT_PRESET_TEXT" val="单击此处添加标题"/>
</p:tagLst>
</file>

<file path=ppt/tags/tag72.xml><?xml version="1.0" encoding="utf-8"?>
<p:tagLst xmlns:p="http://schemas.openxmlformats.org/presentationml/2006/main">
  <p:tag name="KSO_WM_DIAGRAM_VIRTUALLY_FRAME" val="{&quot;height&quot;:270.6250424218366,&quot;left&quot;:86.35000610351562,&quot;top&quot;:193.3499969482422,&quot;width&quot;:787.3250332665632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6953_3*l_h_i*1_2_2"/>
  <p:tag name="KSO_WM_TEMPLATE_CATEGORY" val="diagram"/>
  <p:tag name="KSO_WM_TEMPLATE_INDEX" val="20236953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COLOR_MATCH_VALUE" val="{&quot;shape&quot;:{&quot;fill&quot;:{&quot;solid&quot;:{&quot;brightness&quot;:0.6000000238418579,&quot;colorType&quot;:1,&quot;foreColorIndex&quot;:5,&quot;transparency&quot;:0.8199999928474426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6"/>
  <p:tag name="KSO_WM_DIAGRAM_USE_COLOR_VALUE" val="{&quot;color_scheme&quot;:1,&quot;color_type&quot;:1,&quot;theme_color_indexes&quot;:[]}"/>
</p:tagLst>
</file>

<file path=ppt/tags/tag73.xml><?xml version="1.0" encoding="utf-8"?>
<p:tagLst xmlns:p="http://schemas.openxmlformats.org/presentationml/2006/main">
  <p:tag name="KSO_WM_DIAGRAM_VIRTUALLY_FRAME" val="{&quot;height&quot;:270.6250424218366,&quot;left&quot;:86.35000610351562,&quot;top&quot;:193.3499969482422,&quot;width&quot;:787.3250332665632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6953_3*l_h_i*1_3_2"/>
  <p:tag name="KSO_WM_TEMPLATE_CATEGORY" val="diagram"/>
  <p:tag name="KSO_WM_TEMPLATE_INDEX" val="20236953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COLOR_MATCH_VALUE" val="{&quot;shape&quot;:{&quot;fill&quot;:{&quot;solid&quot;:{&quot;brightness&quot;:0.6000000238418579,&quot;colorType&quot;:1,&quot;foreColorIndex&quot;:5,&quot;transparency&quot;:0.8199999928474426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6"/>
  <p:tag name="KSO_WM_DIAGRAM_USE_COLOR_VALUE" val="{&quot;color_scheme&quot;:1,&quot;color_type&quot;:1,&quot;theme_color_indexes&quot;:[]}"/>
</p:tagLst>
</file>

<file path=ppt/tags/tag74.xml><?xml version="1.0" encoding="utf-8"?>
<p:tagLst xmlns:p="http://schemas.openxmlformats.org/presentationml/2006/main">
  <p:tag name="KSO_WM_DIAGRAM_VIRTUALLY_FRAME" val="{&quot;height&quot;:270.6250424218366,&quot;left&quot;:86.35000610351562,&quot;top&quot;:193.3499969482422,&quot;width&quot;:787.3250332665632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6953_3*l_h_i*1_1_2"/>
  <p:tag name="KSO_WM_TEMPLATE_CATEGORY" val="diagram"/>
  <p:tag name="KSO_WM_TEMPLATE_INDEX" val="20236953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COLOR_MATCH_VALUE" val="{&quot;shape&quot;:{&quot;fill&quot;:{&quot;solid&quot;:{&quot;brightness&quot;:0.6000000238418579,&quot;colorType&quot;:1,&quot;foreColorIndex&quot;:5,&quot;transparency&quot;:0.8199999928474426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6"/>
  <p:tag name="KSO_WM_DIAGRAM_USE_COLOR_VALUE" val="{&quot;color_scheme&quot;:1,&quot;color_type&quot;:1,&quot;theme_color_indexes&quot;:[]}"/>
</p:tagLst>
</file>

<file path=ppt/tags/tag75.xml><?xml version="1.0" encoding="utf-8"?>
<p:tagLst xmlns:p="http://schemas.openxmlformats.org/presentationml/2006/main">
  <p:tag name="KSO_WM_DIAGRAM_VIRTUALLY_FRAME" val="{&quot;height&quot;:270.6250424218366,&quot;left&quot;:86.35000610351562,&quot;top&quot;:193.3499969482422,&quot;width&quot;:787.3250332665632}"/>
  <p:tag name="KSO_WM_DIAGRAM_VERSION" val="3"/>
  <p:tag name="KSO_WM_DIAGRAM_COLOR_TRICK" val="1"/>
  <p:tag name="KSO_WM_DIAGRAM_COLOR_TEXT_CAN_REMOVE" val="n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6953_3*l_h_a*1_1_1"/>
  <p:tag name="KSO_WM_TEMPLATE_CATEGORY" val="diagram"/>
  <p:tag name="KSO_WM_TEMPLATE_INDEX" val="20236953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SCONTENTSTITLE" val="0"/>
  <p:tag name="KSO_WM_UNIT_ISNUMDGMTITLE" val="0"/>
  <p:tag name="KSO_WM_UNIT_PRESET_TEXT" val="添加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76.xml><?xml version="1.0" encoding="utf-8"?>
<p:tagLst xmlns:p="http://schemas.openxmlformats.org/presentationml/2006/main">
  <p:tag name="KSO_WM_DIAGRAM_VIRTUALLY_FRAME" val="{&quot;height&quot;:270.6250424218366,&quot;left&quot;:86.35000610351562,&quot;top&quot;:193.3499969482422,&quot;width&quot;:787.3250332665632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6953_3*l_h_f*1_1_1"/>
  <p:tag name="KSO_WM_TEMPLATE_CATEGORY" val="diagram"/>
  <p:tag name="KSO_WM_TEMPLATE_INDEX" val="20236953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内容，简明阐述您的观点。根据需要可增减文字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77.xml><?xml version="1.0" encoding="utf-8"?>
<p:tagLst xmlns:p="http://schemas.openxmlformats.org/presentationml/2006/main">
  <p:tag name="KSO_WM_DIAGRAM_VIRTUALLY_FRAME" val="{&quot;height&quot;:270.6250424218366,&quot;left&quot;:86.35000610351562,&quot;top&quot;:193.3499969482422,&quot;width&quot;:787.3250332665632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diagram20236953_3*l_h_i*1_4_2"/>
  <p:tag name="KSO_WM_TEMPLATE_CATEGORY" val="diagram"/>
  <p:tag name="KSO_WM_TEMPLATE_INDEX" val="20236953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COLOR_MATCH_VALUE" val="{&quot;shape&quot;:{&quot;fill&quot;:{&quot;solid&quot;:{&quot;brightness&quot;:0.6000000238418579,&quot;colorType&quot;:1,&quot;foreColorIndex&quot;:5,&quot;transparency&quot;:0.8199999928474426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6"/>
  <p:tag name="KSO_WM_DIAGRAM_USE_COLOR_VALUE" val="{&quot;color_scheme&quot;:1,&quot;color_type&quot;:1,&quot;theme_color_indexes&quot;:[]}"/>
</p:tagLst>
</file>

<file path=ppt/tags/tag78.xml><?xml version="1.0" encoding="utf-8"?>
<p:tagLst xmlns:p="http://schemas.openxmlformats.org/presentationml/2006/main">
  <p:tag name="KSO_WM_DIAGRAM_VIRTUALLY_FRAME" val="{&quot;height&quot;:270.6250424218366,&quot;left&quot;:86.35000610351562,&quot;top&quot;:193.3499969482422,&quot;width&quot;:787.3250332665632}"/>
  <p:tag name="KSO_WM_DIAGRAM_VERSION" val="3"/>
  <p:tag name="KSO_WM_DIAGRAM_COLOR_TRICK" val="1"/>
  <p:tag name="KSO_WM_DIAGRAM_COLOR_TEXT_CAN_REMOVE" val="n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6953_3*l_h_a*1_2_1"/>
  <p:tag name="KSO_WM_TEMPLATE_CATEGORY" val="diagram"/>
  <p:tag name="KSO_WM_TEMPLATE_INDEX" val="20236953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SCONTENTSTITLE" val="0"/>
  <p:tag name="KSO_WM_UNIT_ISNUMDGMTITLE" val="0"/>
  <p:tag name="KSO_WM_UNIT_PRESET_TEXT" val="添加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79.xml><?xml version="1.0" encoding="utf-8"?>
<p:tagLst xmlns:p="http://schemas.openxmlformats.org/presentationml/2006/main">
  <p:tag name="KSO_WM_DIAGRAM_VIRTUALLY_FRAME" val="{&quot;height&quot;:270.6250424218366,&quot;left&quot;:86.35000610351562,&quot;top&quot;:193.3499969482422,&quot;width&quot;:787.3250332665632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6953_3*l_h_f*1_2_1"/>
  <p:tag name="KSO_WM_TEMPLATE_CATEGORY" val="diagram"/>
  <p:tag name="KSO_WM_TEMPLATE_INDEX" val="20236953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内容，简明阐述您的观点。根据需要可增减文字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80.xml><?xml version="1.0" encoding="utf-8"?>
<p:tagLst xmlns:p="http://schemas.openxmlformats.org/presentationml/2006/main">
  <p:tag name="KSO_WM_DIAGRAM_VIRTUALLY_FRAME" val="{&quot;height&quot;:270.6250424218366,&quot;left&quot;:86.35000610351562,&quot;top&quot;:193.3499969482422,&quot;width&quot;:787.3250332665632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6953_3*l_h_i*1_2_1"/>
  <p:tag name="KSO_WM_TEMPLATE_CATEGORY" val="diagram"/>
  <p:tag name="KSO_WM_TEMPLATE_INDEX" val="20236953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COLOR_MATCH_VALUE" val="{&quot;shape&quot;:{&quot;fill&quot;:{&quot;gradient&quot;:[{&quot;brightness&quot;:0,&quot;colorType&quot;:1,&quot;foreColorIndex&quot;:5,&quot;pos&quot;:0.9300000071525574,&quot;transparency&quot;:0},{&quot;brightness&quot;:0.6000000238418579,&quot;colorType&quot;:1,&quot;foreColorIndex&quot;:5,&quot;pos&quot;:0,&quot;transparency&quot;:0}],&quot;type&quot;:3},&quot;glow&quot;:{&quot;colorType&quot;:0},&quot;line&quot;:{&quot;solidLine&quot;:{&quot;brightness&quot;:0,&quot;colorType&quot;:1,&quot;foreColorIndex&quot;:16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16"/>
  <p:tag name="KSO_WM_DIAGRAM_USE_COLOR_VALUE" val="{&quot;color_scheme&quot;:1,&quot;color_type&quot;:1,&quot;theme_color_indexes&quot;:[]}"/>
</p:tagLst>
</file>

<file path=ppt/tags/tag81.xml><?xml version="1.0" encoding="utf-8"?>
<p:tagLst xmlns:p="http://schemas.openxmlformats.org/presentationml/2006/main">
  <p:tag name="KSO_WM_DIAGRAM_VIRTUALLY_FRAME" val="{&quot;height&quot;:270.6250424218366,&quot;left&quot;:86.35000610351562,&quot;top&quot;:193.3499969482422,&quot;width&quot;:787.3250332665632}"/>
  <p:tag name="KSO_WM_DIAGRAM_VERSION" val="3"/>
  <p:tag name="KSO_WM_DIAGRAM_COLOR_TRICK" val="1"/>
  <p:tag name="KSO_WM_DIAGRAM_COLOR_TEXT_CAN_REMOVE" val="n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6953_3*l_h_a*1_3_1"/>
  <p:tag name="KSO_WM_TEMPLATE_CATEGORY" val="diagram"/>
  <p:tag name="KSO_WM_TEMPLATE_INDEX" val="20236953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SCONTENTSTITLE" val="0"/>
  <p:tag name="KSO_WM_UNIT_ISNUMDGMTITLE" val="0"/>
  <p:tag name="KSO_WM_UNIT_PRESET_TEXT" val="添加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82.xml><?xml version="1.0" encoding="utf-8"?>
<p:tagLst xmlns:p="http://schemas.openxmlformats.org/presentationml/2006/main">
  <p:tag name="KSO_WM_DIAGRAM_VIRTUALLY_FRAME" val="{&quot;height&quot;:270.6250424218366,&quot;left&quot;:86.35000610351562,&quot;top&quot;:193.3499969482422,&quot;width&quot;:787.3250332665632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6953_3*l_h_f*1_3_1"/>
  <p:tag name="KSO_WM_TEMPLATE_CATEGORY" val="diagram"/>
  <p:tag name="KSO_WM_TEMPLATE_INDEX" val="20236953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内容，简明阐述您的观点。根据需要可增减文字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83.xml><?xml version="1.0" encoding="utf-8"?>
<p:tagLst xmlns:p="http://schemas.openxmlformats.org/presentationml/2006/main">
  <p:tag name="KSO_WM_DIAGRAM_VIRTUALLY_FRAME" val="{&quot;height&quot;:270.6250424218366,&quot;left&quot;:86.35000610351562,&quot;top&quot;:193.3499969482422,&quot;width&quot;:787.3250332665632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6953_3*l_h_i*1_3_1"/>
  <p:tag name="KSO_WM_TEMPLATE_CATEGORY" val="diagram"/>
  <p:tag name="KSO_WM_TEMPLATE_INDEX" val="20236953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COLOR_MATCH_VALUE" val="{&quot;shape&quot;:{&quot;fill&quot;:{&quot;gradient&quot;:[{&quot;brightness&quot;:0,&quot;colorType&quot;:1,&quot;foreColorIndex&quot;:5,&quot;pos&quot;:0.9300000071525574,&quot;transparency&quot;:0},{&quot;brightness&quot;:0.6000000238418579,&quot;colorType&quot;:1,&quot;foreColorIndex&quot;:5,&quot;pos&quot;:0,&quot;transparency&quot;:0}],&quot;type&quot;:3},&quot;glow&quot;:{&quot;colorType&quot;:0},&quot;line&quot;:{&quot;solidLine&quot;:{&quot;brightness&quot;:0,&quot;colorType&quot;:1,&quot;foreColorIndex&quot;:16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16"/>
  <p:tag name="KSO_WM_DIAGRAM_USE_COLOR_VALUE" val="{&quot;color_scheme&quot;:1,&quot;color_type&quot;:1,&quot;theme_color_indexes&quot;:[]}"/>
</p:tagLst>
</file>

<file path=ppt/tags/tag84.xml><?xml version="1.0" encoding="utf-8"?>
<p:tagLst xmlns:p="http://schemas.openxmlformats.org/presentationml/2006/main">
  <p:tag name="KSO_WM_DIAGRAM_VIRTUALLY_FRAME" val="{&quot;height&quot;:270.6250424218366,&quot;left&quot;:86.35000610351562,&quot;top&quot;:193.3499969482422,&quot;width&quot;:787.3250332665632}"/>
  <p:tag name="KSO_WM_DIAGRAM_VERSION" val="3"/>
  <p:tag name="KSO_WM_DIAGRAM_COLOR_TRICK" val="1"/>
  <p:tag name="KSO_WM_DIAGRAM_COLOR_TEXT_CAN_REMOVE" val="n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ID" val="diagram20236953_3*l_h_a*1_4_1"/>
  <p:tag name="KSO_WM_TEMPLATE_CATEGORY" val="diagram"/>
  <p:tag name="KSO_WM_TEMPLATE_INDEX" val="20236953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SCONTENTSTITLE" val="0"/>
  <p:tag name="KSO_WM_UNIT_ISNUMDGMTITLE" val="0"/>
  <p:tag name="KSO_WM_UNIT_PRESET_TEXT" val="添加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85.xml><?xml version="1.0" encoding="utf-8"?>
<p:tagLst xmlns:p="http://schemas.openxmlformats.org/presentationml/2006/main">
  <p:tag name="KSO_WM_DIAGRAM_VIRTUALLY_FRAME" val="{&quot;height&quot;:270.6250424218366,&quot;left&quot;:86.35000610351562,&quot;top&quot;:193.3499969482422,&quot;width&quot;:787.3250332665632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6953_3*l_h_f*1_4_1"/>
  <p:tag name="KSO_WM_TEMPLATE_CATEGORY" val="diagram"/>
  <p:tag name="KSO_WM_TEMPLATE_INDEX" val="20236953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内容，简明阐述您的观点。根据需要可增减文字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86.xml><?xml version="1.0" encoding="utf-8"?>
<p:tagLst xmlns:p="http://schemas.openxmlformats.org/presentationml/2006/main">
  <p:tag name="KSO_WM_DIAGRAM_VIRTUALLY_FRAME" val="{&quot;height&quot;:270.6250424218366,&quot;left&quot;:86.35000610351562,&quot;top&quot;:193.3499969482422,&quot;width&quot;:787.3250332665632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diagram20236953_3*l_h_i*1_4_1"/>
  <p:tag name="KSO_WM_TEMPLATE_CATEGORY" val="diagram"/>
  <p:tag name="KSO_WM_TEMPLATE_INDEX" val="20236953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COLOR_MATCH_VALUE" val="{&quot;shape&quot;:{&quot;fill&quot;:{&quot;gradient&quot;:[{&quot;brightness&quot;:0,&quot;colorType&quot;:1,&quot;foreColorIndex&quot;:5,&quot;pos&quot;:0.9300000071525574,&quot;transparency&quot;:0},{&quot;brightness&quot;:0.6000000238418579,&quot;colorType&quot;:1,&quot;foreColorIndex&quot;:5,&quot;pos&quot;:0,&quot;transparency&quot;:0}],&quot;type&quot;:3},&quot;glow&quot;:{&quot;colorType&quot;:0},&quot;line&quot;:{&quot;solidLine&quot;:{&quot;brightness&quot;:0,&quot;colorType&quot;:1,&quot;foreColorIndex&quot;:16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16"/>
  <p:tag name="KSO_WM_DIAGRAM_USE_COLOR_VALUE" val="{&quot;color_scheme&quot;:1,&quot;color_type&quot;:1,&quot;theme_color_indexes&quot;:[]}"/>
</p:tagLst>
</file>

<file path=ppt/tags/tag87.xml><?xml version="1.0" encoding="utf-8"?>
<p:tagLst xmlns:p="http://schemas.openxmlformats.org/presentationml/2006/main">
  <p:tag name="KSO_WM_DIAGRAM_VIRTUALLY_FRAME" val="{&quot;height&quot;:270.6250424218366,&quot;left&quot;:86.35000610351562,&quot;top&quot;:193.3499969482422,&quot;width&quot;:787.3250332665632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6953_3*l_h_i*1_1_1"/>
  <p:tag name="KSO_WM_TEMPLATE_CATEGORY" val="diagram"/>
  <p:tag name="KSO_WM_TEMPLATE_INDEX" val="20236953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COLOR_MATCH_VALUE" val="{&quot;shape&quot;:{&quot;fill&quot;:{&quot;gradient&quot;:[{&quot;brightness&quot;:0,&quot;colorType&quot;:1,&quot;foreColorIndex&quot;:5,&quot;pos&quot;:0.9300000071525574,&quot;transparency&quot;:0},{&quot;brightness&quot;:0.6000000238418579,&quot;colorType&quot;:1,&quot;foreColorIndex&quot;:5,&quot;pos&quot;:0,&quot;transparency&quot;:0}],&quot;type&quot;:3},&quot;glow&quot;:{&quot;colorType&quot;:0},&quot;line&quot;:{&quot;solidLine&quot;:{&quot;brightness&quot;:0,&quot;colorType&quot;:1,&quot;foreColorIndex&quot;:16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16"/>
  <p:tag name="KSO_WM_DIAGRAM_USE_COLOR_VALUE" val="{&quot;color_scheme&quot;:1,&quot;color_type&quot;:1,&quot;theme_color_indexes&quot;:[]}"/>
</p:tagLst>
</file>

<file path=ppt/tags/tag88.xml><?xml version="1.0" encoding="utf-8"?>
<p:tagLst xmlns:p="http://schemas.openxmlformats.org/presentationml/2006/main">
  <p:tag name="KSO_WM_DIAGRAM_VIRTUALLY_FRAME" val="{&quot;height&quot;:270.6250424218366,&quot;left&quot;:86.35000610351562,&quot;top&quot;:193.3499969482422,&quot;width&quot;:787.3250332665632}"/>
  <p:tag name="KSO_WM_DIAGRAM_VERSION" val="3"/>
  <p:tag name="KSO_WM_DIAGRAM_COLOR_TRICK" val="1"/>
  <p:tag name="KSO_WM_DIAGRAM_COLOR_TEXT_CAN_REMOVE" val="n"/>
  <p:tag name="KSO_WM_UNIT_VALUE" val="79*7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2_1"/>
  <p:tag name="KSO_WM_UNIT_ID" val="diagram20236953_3*l_h_x*1_2_1"/>
  <p:tag name="KSO_WM_TEMPLATE_CATEGORY" val="diagram"/>
  <p:tag name="KSO_WM_TEMPLATE_INDEX" val="20236953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14"/>
  <p:tag name="KSO_WM_UNIT_FILL_FORE_SCHEMECOLOR_INDEX_BRIGHTNESS" val="0"/>
  <p:tag name="KSO_WM_DIAGRAM_USE_COLOR_VALUE" val="{&quot;color_scheme&quot;:1,&quot;color_type&quot;:1,&quot;theme_color_indexes&quot;:[]}"/>
</p:tagLst>
</file>

<file path=ppt/tags/tag89.xml><?xml version="1.0" encoding="utf-8"?>
<p:tagLst xmlns:p="http://schemas.openxmlformats.org/presentationml/2006/main">
  <p:tag name="KSO_WM_DIAGRAM_VIRTUALLY_FRAME" val="{&quot;height&quot;:270.6250424218366,&quot;left&quot;:86.35000610351562,&quot;top&quot;:193.3499969482422,&quot;width&quot;:787.3250332665632}"/>
  <p:tag name="KSO_WM_DIAGRAM_VERSION" val="3"/>
  <p:tag name="KSO_WM_DIAGRAM_COLOR_TRICK" val="1"/>
  <p:tag name="KSO_WM_DIAGRAM_COLOR_TEXT_CAN_REMOVE" val="n"/>
  <p:tag name="KSO_WM_UNIT_VALUE" val="74*7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1_1"/>
  <p:tag name="KSO_WM_UNIT_ID" val="diagram20236953_3*l_h_x*1_1_1"/>
  <p:tag name="KSO_WM_TEMPLATE_CATEGORY" val="diagram"/>
  <p:tag name="KSO_WM_TEMPLATE_INDEX" val="20236953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14"/>
  <p:tag name="KSO_WM_UNIT_FILL_FORE_SCHEMECOLOR_INDEX_BRIGHTNESS" val="0"/>
  <p:tag name="KSO_WM_DIAGRAM_USE_COLOR_VALUE" val="{&quot;color_scheme&quot;:1,&quot;color_type&quot;:1,&quot;theme_color_indexes&quot;:[]}"/>
</p:tagLst>
</file>

<file path=ppt/tags/tag90.xml><?xml version="1.0" encoding="utf-8"?>
<p:tagLst xmlns:p="http://schemas.openxmlformats.org/presentationml/2006/main">
  <p:tag name="KSO_WM_DIAGRAM_VIRTUALLY_FRAME" val="{&quot;height&quot;:270.6250424218366,&quot;left&quot;:86.35000610351562,&quot;top&quot;:193.3499969482422,&quot;width&quot;:787.3250332665632}"/>
  <p:tag name="KSO_WM_DIAGRAM_VERSION" val="3"/>
  <p:tag name="KSO_WM_DIAGRAM_COLOR_TRICK" val="1"/>
  <p:tag name="KSO_WM_DIAGRAM_COLOR_TEXT_CAN_REMOVE" val="n"/>
  <p:tag name="KSO_WM_UNIT_VALUE" val="79*7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3_1"/>
  <p:tag name="KSO_WM_UNIT_ID" val="diagram20236953_3*l_h_x*1_3_1"/>
  <p:tag name="KSO_WM_TEMPLATE_CATEGORY" val="diagram"/>
  <p:tag name="KSO_WM_TEMPLATE_INDEX" val="20236953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14"/>
  <p:tag name="KSO_WM_UNIT_FILL_FORE_SCHEMECOLOR_INDEX_BRIGHTNESS" val="0"/>
  <p:tag name="KSO_WM_DIAGRAM_USE_COLOR_VALUE" val="{&quot;color_scheme&quot;:1,&quot;color_type&quot;:1,&quot;theme_color_indexes&quot;:[]}"/>
</p:tagLst>
</file>

<file path=ppt/tags/tag91.xml><?xml version="1.0" encoding="utf-8"?>
<p:tagLst xmlns:p="http://schemas.openxmlformats.org/presentationml/2006/main">
  <p:tag name="KSO_WM_DIAGRAM_VIRTUALLY_FRAME" val="{&quot;height&quot;:270.6250424218366,&quot;left&quot;:86.35000610351562,&quot;top&quot;:193.3499969482422,&quot;width&quot;:787.3250332665632}"/>
  <p:tag name="KSO_WM_DIAGRAM_VERSION" val="3"/>
  <p:tag name="KSO_WM_DIAGRAM_COLOR_TRICK" val="1"/>
  <p:tag name="KSO_WM_DIAGRAM_COLOR_TEXT_CAN_REMOVE" val="n"/>
  <p:tag name="KSO_WM_UNIT_VALUE" val="92*9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4_1"/>
  <p:tag name="KSO_WM_UNIT_ID" val="diagram20236953_3*l_h_x*1_4_1"/>
  <p:tag name="KSO_WM_TEMPLATE_CATEGORY" val="diagram"/>
  <p:tag name="KSO_WM_TEMPLATE_INDEX" val="20236953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14"/>
  <p:tag name="KSO_WM_UNIT_FILL_FORE_SCHEMECOLOR_INDEX_BRIGHTNESS" val="0"/>
  <p:tag name="KSO_WM_DIAGRAM_USE_COLOR_VALUE" val="{&quot;color_scheme&quot;:1,&quot;color_type&quot;:1,&quot;theme_color_indexes&quot;:[]}"/>
</p:tagLst>
</file>

<file path=ppt/tags/tag92.xml><?xml version="1.0" encoding="utf-8"?>
<p:tagLst xmlns:p="http://schemas.openxmlformats.org/presentationml/2006/main">
  <p:tag name="KSO_WM_SLIDE_ID" val="custom20235029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5029"/>
  <p:tag name="KSO_WM_SLIDE_LAYOUT" val="a_β"/>
  <p:tag name="KSO_WM_SLIDE_LAYOUT_CNT" val="1_1"/>
  <p:tag name="KSO_WM_SLIDE_SIZE" val="857*477"/>
  <p:tag name="KSO_WM_SLIDE_POSITION" val="51*28"/>
  <p:tag name="resource_record_key" val="{&quot;65&quot;:[20235029],&quot;70&quot;:[3330166]}"/>
</p:tagLst>
</file>

<file path=ppt/tags/tag93.xml><?xml version="1.0" encoding="utf-8"?>
<p:tagLst xmlns:p="http://schemas.openxmlformats.org/presentationml/2006/main"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  <p:tag name="resource_record_key" val="{&quot;29&quot;:[50052423],&quot;65&quot;:[20235029],&quot;70&quot;:[3312357,3330166]}"/>
</p:tagLst>
</file>

<file path=ppt/theme/theme1.xml><?xml version="1.0" encoding="utf-8"?>
<a:theme xmlns:a="http://schemas.openxmlformats.org/drawingml/2006/main" name="Designed by iSlide">
  <a:themeElements>
    <a:clrScheme name="自定义 1">
      <a:dk1>
        <a:sysClr val="windowText" lastClr="000000"/>
      </a:dk1>
      <a:lt1>
        <a:sysClr val="window" lastClr="FFFFFF"/>
      </a:lt1>
      <a:dk2>
        <a:srgbClr val="585856"/>
      </a:dk2>
      <a:lt2>
        <a:srgbClr val="E7E7E6"/>
      </a:lt2>
      <a:accent1>
        <a:srgbClr val="0057CF"/>
      </a:accent1>
      <a:accent2>
        <a:srgbClr val="F77D2C"/>
      </a:accent2>
      <a:accent3>
        <a:srgbClr val="A5A5A5"/>
      </a:accent3>
      <a:accent4>
        <a:srgbClr val="FFC000"/>
      </a:accent4>
      <a:accent5>
        <a:srgbClr val="00B0F0"/>
      </a:accent5>
      <a:accent6>
        <a:srgbClr val="70AD47"/>
      </a:accent6>
      <a:hlink>
        <a:srgbClr val="0563C1"/>
      </a:hlink>
      <a:folHlink>
        <a:srgbClr val="7030A0"/>
      </a:folHlink>
    </a:clrScheme>
    <a:fontScheme name="a15179f9-0a09-4e4b-b52b-e45470b5b59a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accent1"/>
          </a:solidFill>
          <a:prstDash val="dash"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3265</Words>
  <Application>WPS 演示</Application>
  <PresentationFormat>宽屏</PresentationFormat>
  <Paragraphs>492</Paragraphs>
  <Slides>20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3" baseType="lpstr">
      <vt:lpstr>Arial</vt:lpstr>
      <vt:lpstr>宋体</vt:lpstr>
      <vt:lpstr>Wingdings</vt:lpstr>
      <vt:lpstr>微软雅黑</vt:lpstr>
      <vt:lpstr>Wingdings</vt:lpstr>
      <vt:lpstr>Arial</vt:lpstr>
      <vt:lpstr>MiSans</vt:lpstr>
      <vt:lpstr>MiSans Semibold</vt:lpstr>
      <vt:lpstr>Inter</vt:lpstr>
      <vt:lpstr>FFont-Family</vt:lpstr>
      <vt:lpstr>Calibri</vt:lpstr>
      <vt:lpstr>Arial Unicode MS</vt:lpstr>
      <vt:lpstr>等线</vt:lpstr>
      <vt:lpstr>Designed by iSlide</vt:lpstr>
      <vt:lpstr>智能切割优化解决方案</vt:lpstr>
      <vt:lpstr>工业制造的基石：切割工艺</vt:lpstr>
      <vt:lpstr>现状与挑战</vt:lpstr>
      <vt:lpstr>解决方案——打造“最强切割大脑”</vt:lpstr>
      <vt:lpstr>核心技术——算法驱动极致优化</vt:lpstr>
      <vt:lpstr>全维度排料算法矩阵：从线性切割到立体装载</vt:lpstr>
      <vt:lpstr>打破 “算料” 与 “排产” 的信息孤岛</vt:lpstr>
      <vt:lpstr>算法解密——双阶段智能求解逻辑</vt:lpstr>
      <vt:lpstr>核心成果——“看得见”成效</vt:lpstr>
      <vt:lpstr>服装行业智能裁切应用场景</vt:lpstr>
      <vt:lpstr>服装行业智能裁切应用场景</vt:lpstr>
      <vt:lpstr>服装行业智能裁切应用场景</vt:lpstr>
      <vt:lpstr>服装行业智能裁切应用场景</vt:lpstr>
      <vt:lpstr>服装行业智能裁切应用场景</vt:lpstr>
      <vt:lpstr>服装行业智能裁切应用场景</vt:lpstr>
      <vt:lpstr>服装行业智能裁切应用场景</vt:lpstr>
      <vt:lpstr>服装行业智能裁切应用场景</vt:lpstr>
      <vt:lpstr>典型案例：宁波某光学膜制造企业</vt:lpstr>
      <vt:lpstr>PowerPoint 演示文稿</vt:lpstr>
    </vt:vector>
  </TitlesOfParts>
  <Company>iSlide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iSlide PowerPoint Template</dc:title>
  <dc:creator>iSlide</dc:creator>
  <cp:lastModifiedBy>常磊</cp:lastModifiedBy>
  <cp:revision>236</cp:revision>
  <dcterms:created xsi:type="dcterms:W3CDTF">2023-06-05T05:58:00Z</dcterms:created>
  <dcterms:modified xsi:type="dcterms:W3CDTF">2026-10-16T09:44:34Z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E4146008472A4F0792541DABF93A1A6E_13</vt:lpwstr>
  </property>
  <property fmtid="{D5CDD505-2E9C-101B-9397-08002B2CF9AE}" pid="3" name="KSOProductBuildVer">
    <vt:lpwstr>2052-12.1.0.28043</vt:lpwstr>
  </property>
</Properties>
</file>